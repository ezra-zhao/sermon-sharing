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notesMasterIdLst>
    <p:notesMasterId r:id="rId50"/>
  </p:notesMasterIdLst>
  <p:sldIdLst>
    <p:sldId id="256" r:id="rId5"/>
    <p:sldId id="257" r:id="rId6"/>
    <p:sldId id="258" r:id="rId7"/>
    <p:sldId id="260" r:id="rId8"/>
    <p:sldId id="261" r:id="rId9"/>
    <p:sldId id="275" r:id="rId10"/>
    <p:sldId id="265" r:id="rId11"/>
    <p:sldId id="276" r:id="rId12"/>
    <p:sldId id="335" r:id="rId13"/>
    <p:sldId id="297" r:id="rId14"/>
    <p:sldId id="278" r:id="rId15"/>
    <p:sldId id="298" r:id="rId16"/>
    <p:sldId id="269" r:id="rId17"/>
    <p:sldId id="277" r:id="rId18"/>
    <p:sldId id="268" r:id="rId19"/>
    <p:sldId id="279" r:id="rId20"/>
    <p:sldId id="299" r:id="rId21"/>
    <p:sldId id="336" r:id="rId22"/>
    <p:sldId id="339" r:id="rId23"/>
    <p:sldId id="340" r:id="rId24"/>
    <p:sldId id="343" r:id="rId25"/>
    <p:sldId id="342" r:id="rId26"/>
    <p:sldId id="341" r:id="rId27"/>
    <p:sldId id="337" r:id="rId28"/>
    <p:sldId id="348" r:id="rId29"/>
    <p:sldId id="338" r:id="rId30"/>
    <p:sldId id="344" r:id="rId31"/>
    <p:sldId id="345" r:id="rId32"/>
    <p:sldId id="346" r:id="rId33"/>
    <p:sldId id="349" r:id="rId34"/>
    <p:sldId id="347" r:id="rId35"/>
    <p:sldId id="401" r:id="rId36"/>
    <p:sldId id="402" r:id="rId37"/>
    <p:sldId id="396" r:id="rId38"/>
    <p:sldId id="400" r:id="rId39"/>
    <p:sldId id="399" r:id="rId40"/>
    <p:sldId id="397" r:id="rId41"/>
    <p:sldId id="398" r:id="rId42"/>
    <p:sldId id="350" r:id="rId43"/>
    <p:sldId id="390" r:id="rId44"/>
    <p:sldId id="391" r:id="rId45"/>
    <p:sldId id="300" r:id="rId46"/>
    <p:sldId id="283" r:id="rId47"/>
    <p:sldId id="307" r:id="rId48"/>
    <p:sldId id="306" r:id="rId49"/>
    <p:sldId id="284" r:id="rId51"/>
    <p:sldId id="308" r:id="rId52"/>
    <p:sldId id="304" r:id="rId53"/>
    <p:sldId id="392" r:id="rId54"/>
    <p:sldId id="267" r:id="rId55"/>
    <p:sldId id="309" r:id="rId56"/>
    <p:sldId id="393" r:id="rId57"/>
    <p:sldId id="394" r:id="rId58"/>
    <p:sldId id="305" r:id="rId59"/>
    <p:sldId id="301" r:id="rId60"/>
    <p:sldId id="285" r:id="rId61"/>
    <p:sldId id="290" r:id="rId62"/>
    <p:sldId id="303" r:id="rId63"/>
    <p:sldId id="302" r:id="rId64"/>
    <p:sldId id="312" r:id="rId65"/>
    <p:sldId id="311" r:id="rId66"/>
    <p:sldId id="313" r:id="rId67"/>
    <p:sldId id="310" r:id="rId68"/>
    <p:sldId id="314" r:id="rId69"/>
    <p:sldId id="282" r:id="rId70"/>
    <p:sldId id="287" r:id="rId71"/>
    <p:sldId id="289" r:id="rId72"/>
    <p:sldId id="286" r:id="rId73"/>
    <p:sldId id="389" r:id="rId74"/>
    <p:sldId id="316" r:id="rId75"/>
    <p:sldId id="281" r:id="rId76"/>
    <p:sldId id="280" r:id="rId77"/>
    <p:sldId id="259" r:id="rId78"/>
    <p:sldId id="288" r:id="rId79"/>
  </p:sldIdLst>
  <p:sldSz cx="9144000" cy="6858000" type="screen4x3"/>
  <p:notesSz cx="6858000" cy="9144000"/>
  <p:defaultTextStyle>
    <a:defPPr>
      <a:defRPr lang="fr-FR"/>
    </a:defPPr>
    <a:lvl1pPr marL="0" lvl="0" indent="0" algn="l" defTabSz="914400" eaLnBrk="1" fontAlgn="base" latinLnBrk="0" hangingPunct="1"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Calibri" panose="020F0502020204030204" pitchFamily="2" charset="0"/>
      </a:defRPr>
    </a:lvl1pPr>
    <a:lvl2pPr marL="457200" lvl="1" indent="0" algn="l" defTabSz="914400" eaLnBrk="1" fontAlgn="base" latinLnBrk="0" hangingPunct="1"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Calibri" panose="020F0502020204030204" pitchFamily="2" charset="0"/>
      </a:defRPr>
    </a:lvl2pPr>
    <a:lvl3pPr marL="914400" lvl="2" indent="0" algn="l" defTabSz="914400" eaLnBrk="1" fontAlgn="base" latinLnBrk="0" hangingPunct="1"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Calibri" panose="020F0502020204030204" pitchFamily="2" charset="0"/>
      </a:defRPr>
    </a:lvl3pPr>
    <a:lvl4pPr marL="1371600" lvl="3" indent="0" algn="l" defTabSz="914400" eaLnBrk="1" fontAlgn="base" latinLnBrk="0" hangingPunct="1"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Calibri" panose="020F0502020204030204" pitchFamily="2" charset="0"/>
      </a:defRPr>
    </a:lvl4pPr>
    <a:lvl5pPr marL="1828800" lvl="4" indent="0" algn="l" defTabSz="914400" eaLnBrk="1" fontAlgn="base" latinLnBrk="0" hangingPunct="1"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Calibri" panose="020F0502020204030204" pitchFamily="2" charset="0"/>
      </a:defRPr>
    </a:lvl5pPr>
    <a:lvl6pPr marL="2286000" lvl="5" indent="0" algn="l" defTabSz="914400" eaLnBrk="1" fontAlgn="base" latinLnBrk="0" hangingPunct="1"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Calibri" panose="020F0502020204030204" pitchFamily="2" charset="0"/>
      </a:defRPr>
    </a:lvl6pPr>
    <a:lvl7pPr marL="2743200" lvl="6" indent="0" algn="l" defTabSz="914400" eaLnBrk="1" fontAlgn="base" latinLnBrk="0" hangingPunct="1"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Calibri" panose="020F0502020204030204" pitchFamily="2" charset="0"/>
      </a:defRPr>
    </a:lvl7pPr>
    <a:lvl8pPr marL="3200400" lvl="7" indent="0" algn="l" defTabSz="914400" eaLnBrk="1" fontAlgn="base" latinLnBrk="0" hangingPunct="1"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Calibri" panose="020F0502020204030204" pitchFamily="2" charset="0"/>
      </a:defRPr>
    </a:lvl8pPr>
    <a:lvl9pPr marL="3657600" lvl="8" indent="0" algn="l" defTabSz="914400" eaLnBrk="1" fontAlgn="base" latinLnBrk="0" hangingPunct="1"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Calibri" panose="020F0502020204030204" pitchFamily="2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D5F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 showGuides="1">
      <p:cViewPr varScale="1">
        <p:scale>
          <a:sx n="70" d="100"/>
          <a:sy n="70" d="100"/>
        </p:scale>
        <p:origin x="-984" y="-108"/>
      </p:cViewPr>
      <p:guideLst>
        <p:guide orient="horz" pos="2160"/>
        <p:guide pos="28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2" Type="http://schemas.openxmlformats.org/officeDocument/2006/relationships/tableStyles" Target="tableStyles.xml"/><Relationship Id="rId81" Type="http://schemas.openxmlformats.org/officeDocument/2006/relationships/viewProps" Target="viewProps.xml"/><Relationship Id="rId80" Type="http://schemas.openxmlformats.org/officeDocument/2006/relationships/presProps" Target="presProps.xml"/><Relationship Id="rId8" Type="http://schemas.openxmlformats.org/officeDocument/2006/relationships/slide" Target="slides/slide4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7" Type="http://schemas.openxmlformats.org/officeDocument/2006/relationships/slide" Target="slides/slide3.xml"/><Relationship Id="rId69" Type="http://schemas.openxmlformats.org/officeDocument/2006/relationships/slide" Target="slides/slide64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0" Type="http://schemas.openxmlformats.org/officeDocument/2006/relationships/slide" Target="slides/slide55.xml"/><Relationship Id="rId6" Type="http://schemas.openxmlformats.org/officeDocument/2006/relationships/slide" Target="slides/slide2.xml"/><Relationship Id="rId59" Type="http://schemas.openxmlformats.org/officeDocument/2006/relationships/slide" Target="slides/slide54.xml"/><Relationship Id="rId58" Type="http://schemas.openxmlformats.org/officeDocument/2006/relationships/slide" Target="slides/slide53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1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FigureOut">
              <a:rPr lang="fr-FR"/>
            </a:fld>
            <a:endParaRPr lang="fr-FR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FigureOut">
              <a:rPr lang="fr-FR"/>
            </a:fld>
            <a:endParaRPr lang="fr-FR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FigureOut">
              <a:rPr lang="fr-FR"/>
            </a:fld>
            <a:endParaRPr lang="fr-FR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FigureOut">
              <a:rPr lang="fr-FR"/>
            </a:fld>
            <a:endParaRPr lang="fr-FR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FigureOut">
              <a:rPr lang="fr-FR"/>
            </a:fld>
            <a:endParaRPr lang="fr-FR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FigureOut">
              <a:rPr lang="fr-FR"/>
            </a:fld>
            <a:endParaRPr lang="fr-FR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FigureOut">
              <a:rPr lang="fr-FR"/>
            </a:fld>
            <a:endParaRPr lang="fr-FR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FigureOut">
              <a:rPr lang="fr-FR"/>
            </a:fld>
            <a:endParaRPr lang="fr-FR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FigureOut">
              <a:rPr lang="fr-FR"/>
            </a:fld>
            <a:endParaRPr lang="fr-FR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FigureOut">
              <a:rPr lang="fr-FR"/>
            </a:fld>
            <a:endParaRPr lang="fr-FR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FigureOut">
              <a:rPr lang="fr-FR"/>
            </a:fld>
            <a:endParaRPr lang="fr-FR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FigureOut">
              <a:rPr lang="fr-FR"/>
            </a:fld>
            <a:endParaRPr lang="fr-FR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fr-FR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FigureOut">
              <a:rPr lang="fr-FR"/>
            </a:fld>
            <a:endParaRPr lang="fr-FR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fr-FR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FigureOut">
              <a:rPr lang="fr-FR"/>
            </a:fld>
            <a:endParaRPr lang="fr-FR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fr-FR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FigureOut">
              <a:rPr lang="fr-FR"/>
            </a:fld>
            <a:endParaRPr lang="fr-FR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fr-FR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FigureOut">
              <a:rPr lang="fr-FR"/>
            </a:fld>
            <a:endParaRPr lang="fr-FR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fr-FR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FigureOut">
              <a:rPr lang="fr-FR"/>
            </a:fld>
            <a:endParaRPr lang="fr-FR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fr-FR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FigureOut">
              <a:rPr lang="fr-FR"/>
            </a:fld>
            <a:endParaRPr lang="fr-FR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fr-FR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FigureOut">
              <a:rPr lang="fr-FR"/>
            </a:fld>
            <a:endParaRPr lang="fr-FR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fr-FR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FigureOut">
              <a:rPr lang="fr-FR"/>
            </a:fld>
            <a:endParaRPr lang="fr-FR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fr-FR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FigureOut">
              <a:rPr lang="fr-FR"/>
            </a:fld>
            <a:endParaRPr lang="fr-FR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fr-FR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FigureOut">
              <a:rPr lang="fr-FR"/>
            </a:fld>
            <a:endParaRPr lang="fr-FR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fr-FR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FigureOut">
              <a:rPr lang="fr-FR"/>
            </a:fld>
            <a:endParaRPr lang="fr-FR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FigureOut">
              <a:rPr lang="fr-FR"/>
            </a:fld>
            <a:endParaRPr lang="fr-FR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FigureOut">
              <a:rPr lang="fr-FR"/>
            </a:fld>
            <a:endParaRPr lang="fr-FR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FigureOut">
              <a:rPr lang="fr-FR"/>
            </a:fld>
            <a:endParaRPr lang="fr-FR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FigureOut">
              <a:rPr lang="fr-FR"/>
            </a:fld>
            <a:endParaRPr lang="fr-FR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FigureOut">
              <a:rPr lang="fr-FR"/>
            </a:fld>
            <a:endParaRPr lang="fr-FR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FigureOut">
              <a:rPr lang="fr-FR"/>
            </a:fld>
            <a:endParaRPr lang="fr-FR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FigureOut">
              <a:rPr lang="fr-FR"/>
            </a:fld>
            <a:endParaRPr lang="fr-FR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FigureOut">
              <a:rPr lang="fr-FR"/>
            </a:fld>
            <a:endParaRPr lang="fr-FR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FigureOut">
              <a:rPr lang="fr-FR"/>
            </a:fld>
            <a:endParaRPr lang="fr-FR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FigureOut">
              <a:rPr lang="fr-FR"/>
            </a:fld>
            <a:endParaRPr lang="fr-FR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ctr"/>
          <a:lstStyle/>
          <a:p>
            <a:pPr lvl="0"/>
            <a:r>
              <a:rPr lang="en-US" altLang="zh-CN"/>
              <a:t>Cliquez pour modifier le style du titre</a:t>
            </a:r>
            <a:endParaRPr lang="en-US" altLang="zh-CN"/>
          </a:p>
        </p:txBody>
      </p:sp>
      <p:sp>
        <p:nvSpPr>
          <p:cNvPr id="1027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/>
          <a:p>
            <a:pPr lvl="0"/>
            <a:r>
              <a:rPr lang="en-US" altLang="zh-CN"/>
              <a:t>Cliquez pour modifier les styles du texte du masque</a:t>
            </a:r>
            <a:endParaRPr lang="en-US" altLang="zh-CN"/>
          </a:p>
          <a:p>
            <a:pPr lvl="1"/>
            <a:r>
              <a:rPr lang="en-US" altLang="zh-CN"/>
              <a:t>Deuxième niveau</a:t>
            </a:r>
            <a:endParaRPr lang="en-US" altLang="zh-CN"/>
          </a:p>
          <a:p>
            <a:pPr lvl="2"/>
            <a:r>
              <a:rPr lang="en-US" altLang="zh-CN"/>
              <a:t>Troisième niveau</a:t>
            </a:r>
            <a:endParaRPr lang="en-US" altLang="zh-CN"/>
          </a:p>
          <a:p>
            <a:pPr lvl="3"/>
            <a:r>
              <a:rPr lang="en-US" altLang="zh-CN"/>
              <a:t>Quatrième niveau</a:t>
            </a:r>
            <a:endParaRPr lang="en-US" altLang="zh-CN"/>
          </a:p>
          <a:p>
            <a:pPr lvl="4"/>
            <a:r>
              <a:rPr lang="en-US" altLang="zh-CN"/>
              <a:t>Cinquième niveau</a:t>
            </a:r>
            <a:endParaRPr lang="en-US" altLang="zh-CN"/>
          </a:p>
        </p:txBody>
      </p:sp>
      <p:sp>
        <p:nvSpPr>
          <p:cNvPr id="1028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ctr"/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 lvl="0"/>
            <a:fld id="{BB962C8B-B14F-4D97-AF65-F5344CB8AC3E}" type="datetimeFigureOut">
              <a:rPr lang="fr-FR"/>
            </a:fld>
            <a:endParaRPr lang="fr-FR"/>
          </a:p>
        </p:txBody>
      </p:sp>
      <p:sp>
        <p:nvSpPr>
          <p:cNvPr id="1029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ctr"/>
          <a:lstStyle>
            <a:lvl1pPr algn="ctr">
              <a:defRPr sz="1200">
                <a:solidFill>
                  <a:srgbClr val="898989"/>
                </a:solidFill>
              </a:defRPr>
            </a:lvl1pPr>
          </a:lstStyle>
          <a:p>
            <a:pPr lvl="0"/>
          </a:p>
        </p:txBody>
      </p:sp>
      <p:sp>
        <p:nvSpPr>
          <p:cNvPr id="1030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ctr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/>
            <a:fld id="{9A0DB2DC-4C9A-4742-B13C-FB6460FD3503}" type="slidenum">
              <a:rPr lang="fr-FR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 2049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ctr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1" name="文本占位符 2050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052" name="日期占位符 2051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>
              <a:defRPr sz="1400"/>
            </a:lvl1pPr>
          </a:lstStyle>
          <a:p>
            <a:pPr lvl="0"/>
            <a:fld id="{BB962C8B-B14F-4D97-AF65-F5344CB8AC3E}" type="datetimeFigureOut">
              <a:rPr lang="fr-FR"/>
            </a:fld>
            <a:endParaRPr lang="fr-FR"/>
          </a:p>
        </p:txBody>
      </p:sp>
      <p:sp>
        <p:nvSpPr>
          <p:cNvPr id="2053" name="页脚占位符 2052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algn="ctr">
              <a:defRPr sz="1400"/>
            </a:lvl1pPr>
          </a:lstStyle>
          <a:p>
            <a:pPr lvl="0"/>
            <a:endParaRPr lang="fr-FR"/>
          </a:p>
        </p:txBody>
      </p:sp>
      <p:sp>
        <p:nvSpPr>
          <p:cNvPr id="2054" name="灯片编号占位符 2053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fr-FR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L="0" lvl="0" indent="0" algn="ctr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ctr"/>
          <a:lstStyle/>
          <a:p>
            <a:pPr lvl="0"/>
            <a:r>
              <a:rPr lang="en-US" altLang="zh-CN"/>
              <a:t>Cliquez pour modifier le style du titre</a:t>
            </a:r>
            <a:endParaRPr lang="en-US" altLang="zh-CN"/>
          </a:p>
        </p:txBody>
      </p:sp>
      <p:sp>
        <p:nvSpPr>
          <p:cNvPr id="1027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/>
          <a:p>
            <a:pPr lvl="0"/>
            <a:r>
              <a:rPr lang="en-US" altLang="zh-CN"/>
              <a:t>Cliquez pour modifier les styles du texte du masque</a:t>
            </a:r>
            <a:endParaRPr lang="en-US" altLang="zh-CN"/>
          </a:p>
          <a:p>
            <a:pPr lvl="1"/>
            <a:r>
              <a:rPr lang="en-US" altLang="zh-CN"/>
              <a:t>Deuxième niveau</a:t>
            </a:r>
            <a:endParaRPr lang="en-US" altLang="zh-CN"/>
          </a:p>
          <a:p>
            <a:pPr lvl="2"/>
            <a:r>
              <a:rPr lang="en-US" altLang="zh-CN"/>
              <a:t>Troisième niveau</a:t>
            </a:r>
            <a:endParaRPr lang="en-US" altLang="zh-CN"/>
          </a:p>
          <a:p>
            <a:pPr lvl="3"/>
            <a:r>
              <a:rPr lang="en-US" altLang="zh-CN"/>
              <a:t>Quatrième niveau</a:t>
            </a:r>
            <a:endParaRPr lang="en-US" altLang="zh-CN"/>
          </a:p>
          <a:p>
            <a:pPr lvl="4"/>
            <a:r>
              <a:rPr lang="en-US" altLang="zh-CN"/>
              <a:t>Cinquième niveau</a:t>
            </a:r>
            <a:endParaRPr lang="en-US" altLang="zh-CN"/>
          </a:p>
        </p:txBody>
      </p:sp>
      <p:sp>
        <p:nvSpPr>
          <p:cNvPr id="1028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ctr"/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 lvl="0"/>
            <a:fld id="{BB962C8B-B14F-4D97-AF65-F5344CB8AC3E}" type="datetimeFigureOut">
              <a:rPr lang="fr-FR"/>
            </a:fld>
            <a:endParaRPr lang="fr-FR"/>
          </a:p>
        </p:txBody>
      </p:sp>
      <p:sp>
        <p:nvSpPr>
          <p:cNvPr id="1029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ctr"/>
          <a:lstStyle>
            <a:lvl1pPr algn="ctr">
              <a:defRPr sz="1200">
                <a:solidFill>
                  <a:srgbClr val="898989"/>
                </a:solidFill>
              </a:defRPr>
            </a:lvl1pPr>
          </a:lstStyle>
          <a:p>
            <a:pPr lvl="0"/>
          </a:p>
        </p:txBody>
      </p:sp>
      <p:sp>
        <p:nvSpPr>
          <p:cNvPr id="1030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ctr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/>
            <a:fld id="{9A0DB2DC-4C9A-4742-B13C-FB6460FD3503}" type="slidenum">
              <a:rPr lang="fr-FR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marL="0" lvl="0" indent="0" algn="ctr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jpe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jpeg"/><Relationship Id="rId1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jpe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6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jpeg"/><Relationship Id="rId1" Type="http://schemas.openxmlformats.org/officeDocument/2006/relationships/image" Target="../media/image4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1" Type="http://schemas.openxmlformats.org/officeDocument/2006/relationships/image" Target="../media/image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.jpeg"/><Relationship Id="rId1" Type="http://schemas.openxmlformats.org/officeDocument/2006/relationships/image" Target="../media/image4.jpe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9.jpeg"/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image" Target="../media/image4.jpe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image" Target="../media/image4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2.jpeg"/><Relationship Id="rId1" Type="http://schemas.openxmlformats.org/officeDocument/2006/relationships/image" Target="../media/image4.jpe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5.jpeg"/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image" Target="../media/image4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6.jpeg"/><Relationship Id="rId1" Type="http://schemas.openxmlformats.org/officeDocument/2006/relationships/image" Target="../media/image4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7.jpeg"/><Relationship Id="rId1" Type="http://schemas.openxmlformats.org/officeDocument/2006/relationships/image" Target="../media/image4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8.jpeg"/><Relationship Id="rId1" Type="http://schemas.openxmlformats.org/officeDocument/2006/relationships/image" Target="../media/image4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9.jpeg"/><Relationship Id="rId1" Type="http://schemas.openxmlformats.org/officeDocument/2006/relationships/image" Target="../media/image4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0.jpeg"/><Relationship Id="rId1" Type="http://schemas.openxmlformats.org/officeDocument/2006/relationships/image" Target="../media/image4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1.jpeg"/><Relationship Id="rId1" Type="http://schemas.openxmlformats.org/officeDocument/2006/relationships/image" Target="../media/image4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2.jpeg"/><Relationship Id="rId1" Type="http://schemas.openxmlformats.org/officeDocument/2006/relationships/image" Target="../media/image4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3.jpeg"/><Relationship Id="rId1" Type="http://schemas.openxmlformats.org/officeDocument/2006/relationships/image" Target="../media/image4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image" Target="../media/image34.jpeg"/><Relationship Id="rId1" Type="http://schemas.openxmlformats.org/officeDocument/2006/relationships/image" Target="../media/image5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image" Target="../media/image35.jpeg"/><Relationship Id="rId1" Type="http://schemas.openxmlformats.org/officeDocument/2006/relationships/image" Target="../media/image5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image" Target="../media/image36.jpeg"/><Relationship Id="rId1" Type="http://schemas.openxmlformats.org/officeDocument/2006/relationships/image" Target="../media/image5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7.jpeg"/><Relationship Id="rId1" Type="http://schemas.openxmlformats.org/officeDocument/2006/relationships/image" Target="../media/image4.jpe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9.xml"/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image" Target="../media/image6.jpe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4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image" Target="../media/image4.jpe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6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2.jpeg"/><Relationship Id="rId1" Type="http://schemas.openxmlformats.org/officeDocument/2006/relationships/image" Target="../media/image4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3.jpeg"/><Relationship Id="rId1" Type="http://schemas.openxmlformats.org/officeDocument/2006/relationships/image" Target="../media/image4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image" Target="../media/image44.jpeg"/><Relationship Id="rId1" Type="http://schemas.openxmlformats.org/officeDocument/2006/relationships/image" Target="../media/image5.jpe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7" Type="http://schemas.openxmlformats.org/officeDocument/2006/relationships/image" Target="../media/image50.jpeg"/><Relationship Id="rId6" Type="http://schemas.openxmlformats.org/officeDocument/2006/relationships/image" Target="../media/image49.jpeg"/><Relationship Id="rId5" Type="http://schemas.openxmlformats.org/officeDocument/2006/relationships/image" Target="../media/image48.png"/><Relationship Id="rId4" Type="http://schemas.openxmlformats.org/officeDocument/2006/relationships/image" Target="../media/image47.jpeg"/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image" Target="../media/image5.jpe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image" Target="../media/image51.GIF"/><Relationship Id="rId1" Type="http://schemas.openxmlformats.org/officeDocument/2006/relationships/image" Target="../media/image5.jpeg"/></Relationships>
</file>

<file path=ppt/slides/_rels/slide5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9.xml"/><Relationship Id="rId4" Type="http://schemas.openxmlformats.org/officeDocument/2006/relationships/image" Target="../media/image53.jpeg"/><Relationship Id="rId3" Type="http://schemas.openxmlformats.org/officeDocument/2006/relationships/image" Target="../media/image52.jpeg"/><Relationship Id="rId2" Type="http://schemas.openxmlformats.org/officeDocument/2006/relationships/image" Target="../media/image51.GIF"/><Relationship Id="rId1" Type="http://schemas.openxmlformats.org/officeDocument/2006/relationships/image" Target="../media/image5.jpe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image" Target="../media/image54.png"/><Relationship Id="rId1" Type="http://schemas.openxmlformats.org/officeDocument/2006/relationships/image" Target="../media/image5.jpe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5.jpeg"/><Relationship Id="rId1" Type="http://schemas.openxmlformats.org/officeDocument/2006/relationships/image" Target="../media/image4.jpe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6.jpeg"/><Relationship Id="rId1" Type="http://schemas.openxmlformats.org/officeDocument/2006/relationships/image" Target="../media/image4.jpe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6.jpe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5.jpe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7.jpeg"/><Relationship Id="rId1" Type="http://schemas.openxmlformats.org/officeDocument/2006/relationships/image" Target="../media/image4.jpe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8.jpeg"/><Relationship Id="rId1" Type="http://schemas.openxmlformats.org/officeDocument/2006/relationships/image" Target="../media/image4.jpe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9.jpeg"/><Relationship Id="rId1" Type="http://schemas.openxmlformats.org/officeDocument/2006/relationships/image" Target="../media/image4.jpe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image" Target="../media/image60.jpeg"/><Relationship Id="rId1" Type="http://schemas.openxmlformats.org/officeDocument/2006/relationships/image" Target="../media/image5.jpe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1.jpeg"/><Relationship Id="rId1" Type="http://schemas.openxmlformats.org/officeDocument/2006/relationships/image" Target="../media/image4.jpe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image" Target="../media/image62.jpeg"/><Relationship Id="rId1" Type="http://schemas.openxmlformats.org/officeDocument/2006/relationships/image" Target="../media/image5.jpe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3.jpeg"/><Relationship Id="rId1" Type="http://schemas.openxmlformats.org/officeDocument/2006/relationships/image" Target="../media/image4.jpe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4.jpeg"/><Relationship Id="rId1" Type="http://schemas.openxmlformats.org/officeDocument/2006/relationships/image" Target="../media/image2.jpe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6.jpe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image" Target="../media/image65.jpeg"/><Relationship Id="rId1" Type="http://schemas.openxmlformats.org/officeDocument/2006/relationships/image" Target="../media/image6.jpe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6.jpe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image" Target="../media/image66.jpeg"/><Relationship Id="rId1" Type="http://schemas.openxmlformats.org/officeDocument/2006/relationships/image" Target="../media/image6.jpe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7.jpeg"/><Relationship Id="rId1" Type="http://schemas.openxmlformats.org/officeDocument/2006/relationships/image" Target="../media/image4.jpe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1" Type="http://schemas.openxmlformats.org/officeDocument/2006/relationships/image" Target="../media/image2.jpe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9.jpeg"/><Relationship Id="rId1" Type="http://schemas.openxmlformats.org/officeDocument/2006/relationships/image" Target="../media/image2.jpe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image" Target="../media/image70.jpeg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1"/>
          <p:cNvSpPr>
            <a:spLocks noGrp="1"/>
          </p:cNvSpPr>
          <p:nvPr>
            <p:ph type="ctrTitle"/>
          </p:nvPr>
        </p:nvSpPr>
        <p:spPr>
          <a:xfrm>
            <a:off x="755650" y="2204720"/>
            <a:ext cx="7772400" cy="1470025"/>
          </a:xfrm>
        </p:spPr>
        <p:txBody>
          <a:bodyPr vert="horz" wrap="square" anchor="ctr"/>
          <a:lstStyle>
            <a:lvl1pPr lvl="0">
              <a:defRPr kern="1200"/>
            </a:lvl1pPr>
          </a:lstStyle>
          <a:p>
            <a:pPr lvl="0"/>
            <a:r>
              <a:rPr lang="zh-CN" altLang="en-US" sz="8000" dirty="0">
                <a:solidFill>
                  <a:srgbClr val="D5FBFF"/>
                </a:solidFill>
                <a:latin typeface="Georgia" panose="02040502050405020303" pitchFamily="2" charset="0"/>
              </a:rPr>
              <a:t>受难周</a:t>
            </a:r>
            <a:endParaRPr lang="zh-CN" altLang="en-US" sz="8000" dirty="0">
              <a:solidFill>
                <a:srgbClr val="D5FBFF"/>
              </a:solidFill>
              <a:latin typeface="Georgia" panose="02040502050405020303" pitchFamily="2" charset="0"/>
            </a:endParaRPr>
          </a:p>
        </p:txBody>
      </p:sp>
      <p:sp>
        <p:nvSpPr>
          <p:cNvPr id="4099" name="Sous-titre 2"/>
          <p:cNvSpPr>
            <a:spLocks noGrp="1"/>
          </p:cNvSpPr>
          <p:nvPr>
            <p:ph type="subTitle"/>
          </p:nvPr>
        </p:nvSpPr>
        <p:spPr>
          <a:xfrm>
            <a:off x="1979930" y="4292600"/>
            <a:ext cx="5325110" cy="1492885"/>
          </a:xfrm>
        </p:spPr>
        <p:txBody>
          <a:bodyPr vert="horz" wrap="square" anchor="t"/>
          <a:lstStyle>
            <a:lvl1pPr marL="0" lvl="0" indent="0" algn="ctr">
              <a:buNone/>
              <a:defRPr kern="1200"/>
            </a:lvl1pPr>
            <a:lvl2pPr marL="457200" lvl="1" indent="-457200" algn="ctr">
              <a:buNone/>
              <a:defRPr kern="1200"/>
            </a:lvl2pPr>
            <a:lvl3pPr marL="914400" lvl="2" indent="-914400" algn="ctr">
              <a:buNone/>
              <a:defRPr kern="1200"/>
            </a:lvl3pPr>
            <a:lvl4pPr marL="1371600" lvl="3" indent="-1371600" algn="ctr">
              <a:buNone/>
              <a:defRPr kern="1200"/>
            </a:lvl4pPr>
            <a:lvl5pPr marL="1828800" lvl="4" indent="-1828800" algn="ctr">
              <a:buNone/>
              <a:defRPr kern="1200"/>
            </a:lvl5pPr>
          </a:lstStyle>
          <a:p>
            <a:pPr lvl="0"/>
            <a:r>
              <a:rPr lang="zh-CN" altLang="en-US" sz="4000" dirty="0">
                <a:solidFill>
                  <a:srgbClr val="D5FBFF"/>
                </a:solidFill>
                <a:latin typeface="Georgia" panose="02040502050405020303" pitchFamily="2" charset="0"/>
              </a:rPr>
              <a:t>耶稣最后的行程</a:t>
            </a:r>
            <a:endParaRPr lang="zh-CN" altLang="en-US" sz="4000" dirty="0">
              <a:solidFill>
                <a:srgbClr val="D5FBFF"/>
              </a:solidFill>
              <a:latin typeface="Georgia" panose="02040502050405020303" pitchFamily="2" charset="0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re 1"/>
          <p:cNvSpPr>
            <a:spLocks noGrp="1"/>
          </p:cNvSpPr>
          <p:nvPr>
            <p:ph type="title"/>
          </p:nvPr>
        </p:nvSpPr>
        <p:spPr>
          <a:xfrm>
            <a:off x="2124075" y="115888"/>
            <a:ext cx="6543675" cy="1143000"/>
          </a:xfrm>
        </p:spPr>
        <p:txBody>
          <a:bodyPr vert="horz" wrap="square" anchor="ctr"/>
          <a:lstStyle/>
          <a:p>
            <a:pPr lvl="0" algn="l"/>
            <a:r>
              <a:rPr lang="en-US" altLang="zh-CN" dirty="0">
                <a:solidFill>
                  <a:srgbClr val="00B050"/>
                </a:solidFill>
              </a:rPr>
              <a:t>  </a:t>
            </a:r>
            <a:r>
              <a:rPr lang="zh-CN" altLang="en-US" dirty="0">
                <a:solidFill>
                  <a:srgbClr val="00B050"/>
                </a:solidFill>
              </a:rPr>
              <a:t>第一日周日     荣耀日</a:t>
            </a:r>
            <a:endParaRPr lang="zh-CN" altLang="en-US" dirty="0">
              <a:solidFill>
                <a:srgbClr val="00B050"/>
              </a:solidFill>
            </a:endParaRPr>
          </a:p>
        </p:txBody>
      </p:sp>
      <p:pic>
        <p:nvPicPr>
          <p:cNvPr id="2" name="图片 1" descr="mk1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92275" y="1268730"/>
            <a:ext cx="7416165" cy="5574665"/>
          </a:xfrm>
          <a:prstGeom prst="rect">
            <a:avLst/>
          </a:prstGeom>
        </p:spPr>
      </p:pic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re 1"/>
          <p:cNvSpPr>
            <a:spLocks noGrp="1"/>
          </p:cNvSpPr>
          <p:nvPr>
            <p:ph type="title"/>
          </p:nvPr>
        </p:nvSpPr>
        <p:spPr/>
        <p:txBody>
          <a:bodyPr vert="horz" wrap="square" anchor="ctr"/>
          <a:lstStyle/>
          <a:p>
            <a:pPr lvl="0"/>
            <a:r>
              <a:rPr lang="en-US" altLang="zh-CN" dirty="0" smtClean="0">
                <a:solidFill>
                  <a:srgbClr val="00B050"/>
                </a:solidFill>
                <a:sym typeface="+mn-ea"/>
              </a:rPr>
              <a:t>棕</a:t>
            </a:r>
            <a:r>
              <a:rPr lang="zh-CN" altLang="en-US" dirty="0">
                <a:solidFill>
                  <a:srgbClr val="00B050"/>
                </a:solidFill>
                <a:sym typeface="+mn-ea"/>
              </a:rPr>
              <a:t>枝</a:t>
            </a:r>
            <a:r>
              <a:rPr lang="en-US" altLang="zh-CN" dirty="0" err="1">
                <a:solidFill>
                  <a:srgbClr val="00B050"/>
                </a:solidFill>
                <a:sym typeface="+mn-ea"/>
              </a:rPr>
              <a:t>主日</a:t>
            </a:r>
            <a:endParaRPr lang="en-US" altLang="zh-CN" dirty="0">
              <a:solidFill>
                <a:srgbClr val="00B050"/>
              </a:solidFill>
              <a:sym typeface="+mn-ea"/>
            </a:endParaRPr>
          </a:p>
        </p:txBody>
      </p:sp>
      <p:sp>
        <p:nvSpPr>
          <p:cNvPr id="6147" name="Espace réservé du contenu 2"/>
          <p:cNvSpPr>
            <a:spLocks noGrp="1"/>
          </p:cNvSpPr>
          <p:nvPr>
            <p:ph idx="1"/>
          </p:nvPr>
        </p:nvSpPr>
        <p:spPr>
          <a:xfrm>
            <a:off x="467995" y="2204720"/>
            <a:ext cx="8229600" cy="4197350"/>
          </a:xfrm>
        </p:spPr>
        <p:txBody>
          <a:bodyPr vert="horz" wrap="square" anchor="t"/>
          <a:lstStyle/>
          <a:p>
            <a:pPr lvl="0"/>
            <a:r>
              <a:rPr lang="en-US" altLang="zh-CN" dirty="0"/>
              <a:t>太21:1-11</a:t>
            </a:r>
            <a:endParaRPr lang="en-US" altLang="zh-CN" dirty="0"/>
          </a:p>
          <a:p>
            <a:pPr lvl="0"/>
            <a:endParaRPr lang="en-US" altLang="zh-CN" dirty="0"/>
          </a:p>
          <a:p>
            <a:pPr lvl="0"/>
            <a:r>
              <a:rPr lang="en-US" altLang="zh-CN" dirty="0" err="1"/>
              <a:t>门徒就照耶稣所吩咐的去行，牵了驴和驴驹来，把自己的衣服搭在上面，耶稣就骑上</a:t>
            </a:r>
            <a:r>
              <a:rPr lang="en-US" altLang="zh-CN" dirty="0"/>
              <a:t>。</a:t>
            </a:r>
            <a:r>
              <a:rPr lang="en-US" altLang="zh-CN" dirty="0" err="1"/>
              <a:t>众人多半把衣服铺在路上；还有人砍下树枝来铺在路上</a:t>
            </a:r>
            <a:r>
              <a:rPr lang="en-US" altLang="zh-CN" dirty="0"/>
              <a:t>。</a:t>
            </a:r>
            <a:endParaRPr lang="en-US" altLang="zh-CN" dirty="0"/>
          </a:p>
          <a:p>
            <a:pPr lvl="0"/>
            <a:endParaRPr lang="en-US" altLang="zh-CN" dirty="0"/>
          </a:p>
          <a:p>
            <a:pPr lvl="0"/>
            <a:endParaRPr lang="en-US" altLang="zh-CN" dirty="0"/>
          </a:p>
          <a:p>
            <a:pPr lvl="0"/>
            <a:endParaRPr lang="en-US" altLang="zh-CN" dirty="0"/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re 1"/>
          <p:cNvSpPr>
            <a:spLocks noGrp="1"/>
          </p:cNvSpPr>
          <p:nvPr>
            <p:ph type="title"/>
          </p:nvPr>
        </p:nvSpPr>
        <p:spPr>
          <a:xfrm>
            <a:off x="1504950" y="188595"/>
            <a:ext cx="7120255" cy="1143000"/>
          </a:xfrm>
        </p:spPr>
        <p:txBody>
          <a:bodyPr vert="horz" wrap="square" anchor="ctr"/>
          <a:lstStyle/>
          <a:p>
            <a:pPr lvl="0" algn="l"/>
            <a:r>
              <a:rPr lang="en-US" altLang="zh-CN">
                <a:solidFill>
                  <a:srgbClr val="00B050"/>
                </a:solidFill>
                <a:sym typeface="+mn-ea"/>
              </a:rPr>
              <a:t> 奉主名来的是应当称颂的！ </a:t>
            </a:r>
            <a:br>
              <a:rPr lang="en-US" altLang="zh-CN">
                <a:solidFill>
                  <a:srgbClr val="00B050"/>
                </a:solidFill>
                <a:sym typeface="+mn-ea"/>
              </a:rPr>
            </a:br>
            <a:r>
              <a:rPr lang="en-US" altLang="zh-CN">
                <a:solidFill>
                  <a:srgbClr val="00B050"/>
                </a:solidFill>
                <a:sym typeface="+mn-ea"/>
              </a:rPr>
              <a:t>       高高在上和散那！</a:t>
            </a:r>
            <a:endParaRPr lang="en-US" altLang="zh-CN" dirty="0">
              <a:solidFill>
                <a:srgbClr val="00B050"/>
              </a:solidFill>
              <a:sym typeface="+mn-ea"/>
            </a:endParaRPr>
          </a:p>
        </p:txBody>
      </p:sp>
      <p:sp>
        <p:nvSpPr>
          <p:cNvPr id="7171" name="Espace réservé du contenu 2"/>
          <p:cNvSpPr>
            <a:spLocks noGrp="1"/>
          </p:cNvSpPr>
          <p:nvPr>
            <p:ph idx="1"/>
          </p:nvPr>
        </p:nvSpPr>
        <p:spPr>
          <a:xfrm>
            <a:off x="2143125" y="1600200"/>
            <a:ext cx="6543675" cy="4525963"/>
          </a:xfrm>
        </p:spPr>
        <p:txBody>
          <a:bodyPr vert="horz" wrap="square" anchor="t"/>
          <a:lstStyle/>
          <a:p>
            <a:pPr lvl="0"/>
            <a:r>
              <a:rPr lang="en-US" altLang="zh-CN"/>
              <a:t>前行后随的众人喊着说：“和散那（原有求救的意思，在此是称颂的话）归于大卫的子孙！奉主名来的是应当称颂的！高高在上和散那！”耶稣既进了耶路撒冷，合城都惊动了，说：“这是谁？”众人说：“这是加利利拿撒勒的先知耶稣。” (马太福音 21:6-11 和合本)</a:t>
            </a:r>
            <a:endParaRPr lang="en-US" altLang="zh-CN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re 1"/>
          <p:cNvSpPr>
            <a:spLocks noGrp="1"/>
          </p:cNvSpPr>
          <p:nvPr>
            <p:ph type="title"/>
          </p:nvPr>
        </p:nvSpPr>
        <p:spPr/>
        <p:txBody>
          <a:bodyPr vert="horz" wrap="square" anchor="ctr"/>
          <a:lstStyle/>
          <a:p>
            <a:pPr lvl="0"/>
            <a:r>
              <a:rPr lang="en-US" altLang="zh-CN">
                <a:solidFill>
                  <a:srgbClr val="00B050"/>
                </a:solidFill>
                <a:sym typeface="+mn-ea"/>
              </a:rPr>
              <a:t>        奉主名来的是应当称颂的！</a:t>
            </a:r>
            <a:br>
              <a:rPr lang="en-US" altLang="zh-CN">
                <a:solidFill>
                  <a:srgbClr val="00B050"/>
                </a:solidFill>
                <a:sym typeface="+mn-ea"/>
              </a:rPr>
            </a:br>
            <a:r>
              <a:rPr lang="en-US" altLang="zh-CN">
                <a:solidFill>
                  <a:srgbClr val="00B050"/>
                </a:solidFill>
                <a:sym typeface="+mn-ea"/>
              </a:rPr>
              <a:t>       高高在上和散那！</a:t>
            </a:r>
            <a:endParaRPr lang="en-US" altLang="zh-CN" dirty="0">
              <a:solidFill>
                <a:srgbClr val="00B050"/>
              </a:solidFill>
              <a:sym typeface="+mn-ea"/>
            </a:endParaRPr>
          </a:p>
        </p:txBody>
      </p:sp>
      <p:pic>
        <p:nvPicPr>
          <p:cNvPr id="2" name="内容占位符 1" descr="1000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67995" y="1916430"/>
            <a:ext cx="8301355" cy="4926965"/>
          </a:xfrm>
          <a:prstGeom prst="rect">
            <a:avLst/>
          </a:prstGeom>
        </p:spPr>
      </p:pic>
    </p:spTree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re 1"/>
          <p:cNvSpPr>
            <a:spLocks noGrp="1"/>
          </p:cNvSpPr>
          <p:nvPr>
            <p:ph type="title"/>
          </p:nvPr>
        </p:nvSpPr>
        <p:spPr>
          <a:xfrm>
            <a:off x="2124075" y="115888"/>
            <a:ext cx="6543675" cy="1143000"/>
          </a:xfrm>
        </p:spPr>
        <p:txBody>
          <a:bodyPr vert="horz" wrap="square" anchor="ctr"/>
          <a:lstStyle/>
          <a:p>
            <a:pPr lvl="0" algn="l"/>
            <a:r>
              <a:rPr lang="zh-CN" altLang="en-US" dirty="0"/>
              <a:t>第二日周一   权柄日</a:t>
            </a:r>
            <a:endParaRPr lang="zh-CN" altLang="en-US" dirty="0"/>
          </a:p>
        </p:txBody>
      </p:sp>
      <p:pic>
        <p:nvPicPr>
          <p:cNvPr id="3" name="图片 2" descr="３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7950" y="1188720"/>
            <a:ext cx="9055100" cy="5496560"/>
          </a:xfrm>
          <a:prstGeom prst="rect">
            <a:avLst/>
          </a:prstGeom>
        </p:spPr>
      </p:pic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re 1"/>
          <p:cNvSpPr>
            <a:spLocks noGrp="1"/>
          </p:cNvSpPr>
          <p:nvPr>
            <p:ph type="title"/>
          </p:nvPr>
        </p:nvSpPr>
        <p:spPr/>
        <p:txBody>
          <a:bodyPr vert="horz" wrap="square" anchor="ctr"/>
          <a:lstStyle/>
          <a:p>
            <a:pPr lvl="0"/>
            <a:r>
              <a:rPr lang="en-US" altLang="zh-CN" dirty="0">
                <a:solidFill>
                  <a:srgbClr val="00B050"/>
                </a:solidFill>
                <a:sym typeface="+mn-ea"/>
              </a:rPr>
              <a:t>1</a:t>
            </a:r>
            <a:r>
              <a:rPr lang="zh-CN" altLang="en-US" dirty="0">
                <a:solidFill>
                  <a:srgbClr val="00B050"/>
                </a:solidFill>
                <a:sym typeface="+mn-ea"/>
              </a:rPr>
              <a:t>、咒诅无花果树</a:t>
            </a:r>
            <a:endParaRPr lang="zh-CN" altLang="en-US" dirty="0">
              <a:solidFill>
                <a:srgbClr val="00B050"/>
              </a:solidFill>
              <a:sym typeface="+mn-ea"/>
            </a:endParaRPr>
          </a:p>
        </p:txBody>
      </p:sp>
      <p:sp>
        <p:nvSpPr>
          <p:cNvPr id="6147" name="Espace réservé du contenu 2"/>
          <p:cNvSpPr>
            <a:spLocks noGrp="1"/>
          </p:cNvSpPr>
          <p:nvPr>
            <p:ph idx="1"/>
          </p:nvPr>
        </p:nvSpPr>
        <p:spPr>
          <a:xfrm>
            <a:off x="467995" y="2204720"/>
            <a:ext cx="8229600" cy="4197350"/>
          </a:xfrm>
        </p:spPr>
        <p:txBody>
          <a:bodyPr vert="horz" wrap="square" anchor="t"/>
          <a:lstStyle/>
          <a:p>
            <a:pPr lvl="0"/>
            <a:r>
              <a:rPr lang="en-US" altLang="zh-CN"/>
              <a:t>第二天，他们从伯大尼出来，耶稣饿了。远远地看见一棵无花果树，树上有叶子，就往那里去，或者在树上可以找着什么。到了树下，竟找不着什么，不过有叶子，因为不是收无花果的时候。耶稣就对树说：“从今以后，永没有人吃你的果子。”他的</a:t>
            </a:r>
            <a:endParaRPr lang="en-US" altLang="zh-CN"/>
          </a:p>
          <a:p>
            <a:pPr marL="0" lvl="0" indent="0">
              <a:buNone/>
            </a:pPr>
            <a:r>
              <a:rPr lang="en-US" altLang="zh-CN"/>
              <a:t>   门徒也听见了。</a:t>
            </a:r>
            <a:r>
              <a:rPr lang="zh-CN" altLang="en-US"/>
              <a:t>（可</a:t>
            </a:r>
            <a:r>
              <a:rPr lang="en-US" altLang="zh-CN"/>
              <a:t>11</a:t>
            </a:r>
            <a:r>
              <a:rPr lang="zh-CN" altLang="en-US"/>
              <a:t>：</a:t>
            </a:r>
            <a:r>
              <a:rPr lang="en-US" altLang="zh-CN"/>
              <a:t>12-14</a:t>
            </a:r>
            <a:r>
              <a:rPr lang="zh-CN" altLang="en-US"/>
              <a:t>）</a:t>
            </a:r>
            <a:endParaRPr lang="zh-CN" altLang="en-US"/>
          </a:p>
          <a:p>
            <a:pPr lvl="0"/>
            <a:endParaRPr lang="en-US" altLang="zh-CN"/>
          </a:p>
        </p:txBody>
      </p:sp>
    </p:spTree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re 1"/>
          <p:cNvSpPr>
            <a:spLocks noGrp="1"/>
          </p:cNvSpPr>
          <p:nvPr>
            <p:ph type="title"/>
          </p:nvPr>
        </p:nvSpPr>
        <p:spPr>
          <a:xfrm>
            <a:off x="2124075" y="115888"/>
            <a:ext cx="6543675" cy="1143000"/>
          </a:xfrm>
        </p:spPr>
        <p:txBody>
          <a:bodyPr vert="horz" wrap="square" anchor="ctr"/>
          <a:lstStyle/>
          <a:p>
            <a:pPr lvl="0" algn="l"/>
            <a:endParaRPr lang="zh-CN" altLang="en-US" dirty="0"/>
          </a:p>
        </p:txBody>
      </p:sp>
      <p:pic>
        <p:nvPicPr>
          <p:cNvPr id="2" name="图片 1" descr="sps1954-2699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815" y="34925"/>
            <a:ext cx="9108440" cy="6831330"/>
          </a:xfrm>
          <a:prstGeom prst="rect">
            <a:avLst/>
          </a:prstGeom>
        </p:spPr>
      </p:pic>
    </p:spTree>
  </p:cSld>
  <p:clrMapOvr>
    <a:masterClrMapping/>
  </p:clrMapOvr>
  <p:transition>
    <p:plus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re 1"/>
          <p:cNvSpPr>
            <a:spLocks noGrp="1"/>
          </p:cNvSpPr>
          <p:nvPr>
            <p:ph type="title"/>
          </p:nvPr>
        </p:nvSpPr>
        <p:spPr>
          <a:xfrm>
            <a:off x="2124075" y="115888"/>
            <a:ext cx="6543675" cy="1143000"/>
          </a:xfrm>
        </p:spPr>
        <p:txBody>
          <a:bodyPr vert="horz" wrap="square" anchor="ctr"/>
          <a:lstStyle/>
          <a:p>
            <a:pPr lvl="0" algn="l"/>
            <a:endParaRPr lang="zh-CN" altLang="en-US" dirty="0"/>
          </a:p>
        </p:txBody>
      </p:sp>
      <p:pic>
        <p:nvPicPr>
          <p:cNvPr id="4" name="图片 3" descr="3f68ad7dgaa4b4e6853be&amp;690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560" y="0"/>
            <a:ext cx="9145905" cy="6853555"/>
          </a:xfrm>
          <a:prstGeom prst="rect">
            <a:avLst/>
          </a:prstGeom>
        </p:spPr>
      </p:pic>
    </p:spTree>
  </p:cSld>
  <p:clrMapOvr>
    <a:masterClrMapping/>
  </p:clrMapOvr>
  <p:transition>
    <p:plus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re 1"/>
          <p:cNvSpPr>
            <a:spLocks noGrp="1"/>
          </p:cNvSpPr>
          <p:nvPr>
            <p:ph type="title"/>
          </p:nvPr>
        </p:nvSpPr>
        <p:spPr/>
        <p:txBody>
          <a:bodyPr vert="horz" wrap="square" anchor="ctr"/>
          <a:lstStyle/>
          <a:p>
            <a:pPr lvl="0"/>
            <a:r>
              <a:rPr lang="en-US" altLang="zh-CN" dirty="0">
                <a:solidFill>
                  <a:srgbClr val="00B050"/>
                </a:solidFill>
                <a:sym typeface="+mn-ea"/>
              </a:rPr>
              <a:t>2</a:t>
            </a:r>
            <a:r>
              <a:rPr lang="zh-CN" altLang="en-US" dirty="0">
                <a:solidFill>
                  <a:srgbClr val="00B050"/>
                </a:solidFill>
                <a:sym typeface="+mn-ea"/>
              </a:rPr>
              <a:t>、洁净圣殿</a:t>
            </a:r>
            <a:endParaRPr lang="zh-CN" altLang="en-US" dirty="0">
              <a:solidFill>
                <a:srgbClr val="00B050"/>
              </a:solidFill>
              <a:sym typeface="+mn-ea"/>
            </a:endParaRPr>
          </a:p>
        </p:txBody>
      </p:sp>
      <p:sp>
        <p:nvSpPr>
          <p:cNvPr id="6147" name="Espace réservé du contenu 2"/>
          <p:cNvSpPr>
            <a:spLocks noGrp="1"/>
          </p:cNvSpPr>
          <p:nvPr>
            <p:ph idx="1"/>
          </p:nvPr>
        </p:nvSpPr>
        <p:spPr>
          <a:xfrm>
            <a:off x="467995" y="2062480"/>
            <a:ext cx="8229600" cy="4517390"/>
          </a:xfrm>
        </p:spPr>
        <p:txBody>
          <a:bodyPr vert="horz" wrap="square" anchor="t"/>
          <a:lstStyle/>
          <a:p>
            <a:pPr lvl="0"/>
            <a:r>
              <a:rPr lang="zh-CN" altLang="en-US">
                <a:sym typeface="+mn-ea"/>
              </a:rPr>
              <a:t>他们来到耶路撒冷。耶稣进入圣殿，赶出殿里做买卖的人，推倒兑换银钱之人的桌子和卖鸽子之人的凳子；也不许人拿着器具从殿里经过；便教训他们说：“经上不是记着说：‘我的殿必称为万国祷告的殿’吗？你们倒使它成为贼窝了。”祭司长和文士听见这话，就想法子要除灭耶稣，却又怕他，因为众人都希奇他的教训。（可</a:t>
            </a:r>
            <a:r>
              <a:rPr lang="en-US" altLang="zh-CN">
                <a:sym typeface="+mn-ea"/>
              </a:rPr>
              <a:t>11</a:t>
            </a:r>
            <a:r>
              <a:rPr lang="zh-CN" altLang="en-US">
                <a:sym typeface="+mn-ea"/>
              </a:rPr>
              <a:t>：</a:t>
            </a:r>
            <a:r>
              <a:rPr lang="en-US" altLang="zh-CN">
                <a:sym typeface="+mn-ea"/>
              </a:rPr>
              <a:t>15-18</a:t>
            </a:r>
            <a:r>
              <a:rPr lang="zh-CN" altLang="en-US">
                <a:sym typeface="+mn-ea"/>
              </a:rPr>
              <a:t>）</a:t>
            </a:r>
            <a:endParaRPr lang="zh-CN" altLang="en-US"/>
          </a:p>
          <a:p>
            <a:pPr lvl="0"/>
            <a:endParaRPr lang="en-US" altLang="zh-CN"/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re 1"/>
          <p:cNvSpPr>
            <a:spLocks noGrp="1"/>
          </p:cNvSpPr>
          <p:nvPr>
            <p:ph type="title"/>
          </p:nvPr>
        </p:nvSpPr>
        <p:spPr>
          <a:xfrm>
            <a:off x="2339975" y="2996248"/>
            <a:ext cx="6543675" cy="1143000"/>
          </a:xfrm>
        </p:spPr>
        <p:txBody>
          <a:bodyPr vert="horz" wrap="square" anchor="ctr"/>
          <a:lstStyle/>
          <a:p>
            <a:pPr lvl="0" algn="l"/>
            <a:r>
              <a:rPr lang="zh-CN" altLang="en-US">
                <a:sym typeface="+mn-ea"/>
              </a:rPr>
              <a:t>每天晚上，耶稣出城去。早晨，他们从那里经过，看见无花果树连根都枯干了。彼得想起耶稣的话来，就对他说：“拉比，请看！你所咒诅的无花果树已经枯干了。”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             （可</a:t>
            </a:r>
            <a:r>
              <a:rPr lang="en-US" altLang="zh-CN">
                <a:sym typeface="+mn-ea"/>
              </a:rPr>
              <a:t>11</a:t>
            </a:r>
            <a:r>
              <a:rPr lang="zh-CN" altLang="en-US">
                <a:sym typeface="+mn-ea"/>
              </a:rPr>
              <a:t>：</a:t>
            </a:r>
            <a:r>
              <a:rPr lang="en-US" altLang="zh-CN">
                <a:sym typeface="+mn-ea"/>
              </a:rPr>
              <a:t>19-21</a:t>
            </a:r>
            <a:r>
              <a:rPr lang="zh-CN" altLang="en-US">
                <a:sym typeface="+mn-ea"/>
              </a:rPr>
              <a:t>）</a:t>
            </a:r>
            <a:endParaRPr lang="zh-CN" altLang="en-US"/>
          </a:p>
          <a:p>
            <a:pPr lvl="0" algn="l"/>
            <a:endParaRPr lang="zh-CN" altLang="en-US" dirty="0"/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re 1"/>
          <p:cNvSpPr>
            <a:spLocks noGrp="1"/>
          </p:cNvSpPr>
          <p:nvPr>
            <p:ph type="title"/>
          </p:nvPr>
        </p:nvSpPr>
        <p:spPr/>
        <p:txBody>
          <a:bodyPr vert="horz" wrap="square" anchor="ctr"/>
          <a:lstStyle/>
          <a:p>
            <a:pPr lvl="0"/>
            <a:r>
              <a:rPr lang="zh-CN" altLang="en-US" dirty="0">
                <a:solidFill>
                  <a:srgbClr val="00B050"/>
                </a:solidFill>
                <a:sym typeface="+mn-ea"/>
              </a:rPr>
              <a:t>赶出兑换银钱 倒卖牛羊鸽子的人</a:t>
            </a:r>
            <a:endParaRPr lang="en-US" altLang="zh-CN" dirty="0">
              <a:solidFill>
                <a:srgbClr val="00B050"/>
              </a:solidFill>
              <a:sym typeface="+mn-ea"/>
            </a:endParaRPr>
          </a:p>
        </p:txBody>
      </p:sp>
      <p:sp>
        <p:nvSpPr>
          <p:cNvPr id="6147" name="Espace réservé du contenu 2"/>
          <p:cNvSpPr>
            <a:spLocks noGrp="1"/>
          </p:cNvSpPr>
          <p:nvPr>
            <p:ph idx="1"/>
          </p:nvPr>
        </p:nvSpPr>
        <p:spPr>
          <a:xfrm>
            <a:off x="467995" y="2204720"/>
            <a:ext cx="8229600" cy="4197350"/>
          </a:xfrm>
        </p:spPr>
        <p:txBody>
          <a:bodyPr vert="horz" wrap="square" anchor="t"/>
          <a:lstStyle/>
          <a:p>
            <a:pPr lvl="0"/>
            <a:endParaRPr lang="en-US" altLang="zh-CN"/>
          </a:p>
          <a:p>
            <a:pPr lvl="0"/>
            <a:endParaRPr lang="en-US" altLang="zh-CN"/>
          </a:p>
        </p:txBody>
      </p:sp>
      <p:pic>
        <p:nvPicPr>
          <p:cNvPr id="2" name="图片 1" descr="1930047526806313462202218438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0055" y="1472565"/>
            <a:ext cx="8671560" cy="5390515"/>
          </a:xfrm>
          <a:prstGeom prst="rect">
            <a:avLst/>
          </a:prstGeom>
        </p:spPr>
      </p:pic>
    </p:spTree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re 1"/>
          <p:cNvSpPr>
            <a:spLocks noGrp="1"/>
          </p:cNvSpPr>
          <p:nvPr>
            <p:ph type="title"/>
          </p:nvPr>
        </p:nvSpPr>
        <p:spPr/>
        <p:txBody>
          <a:bodyPr vert="horz" wrap="square" anchor="ctr"/>
          <a:lstStyle/>
          <a:p>
            <a:pPr lvl="0"/>
            <a:r>
              <a:rPr lang="zh-CN" altLang="en-US" dirty="0">
                <a:solidFill>
                  <a:schemeClr val="bg1"/>
                </a:solidFill>
              </a:rPr>
              <a:t>咒诅无花果树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2" name="内容占位符 1" descr="001gcQ7zgy6R6az41Hf4d&amp;690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51460" y="1340485"/>
            <a:ext cx="8637905" cy="5113020"/>
          </a:xfrm>
          <a:prstGeom prst="rect">
            <a:avLst/>
          </a:prstGeom>
        </p:spPr>
      </p:pic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re 1"/>
          <p:cNvSpPr>
            <a:spLocks noGrp="1"/>
          </p:cNvSpPr>
          <p:nvPr>
            <p:ph type="title"/>
          </p:nvPr>
        </p:nvSpPr>
        <p:spPr>
          <a:xfrm>
            <a:off x="2124710" y="116840"/>
            <a:ext cx="6543675" cy="76200"/>
          </a:xfrm>
        </p:spPr>
        <p:txBody>
          <a:bodyPr vert="horz" wrap="square" anchor="ctr"/>
          <a:lstStyle/>
          <a:p>
            <a:pPr lvl="0" algn="l"/>
            <a:endParaRPr lang="zh-CN" altLang="en-US" dirty="0"/>
          </a:p>
        </p:txBody>
      </p:sp>
      <p:pic>
        <p:nvPicPr>
          <p:cNvPr id="2" name="图片 1" descr="xu9-88357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35560" y="635"/>
            <a:ext cx="9111615" cy="6878955"/>
          </a:xfrm>
          <a:prstGeom prst="rect">
            <a:avLst/>
          </a:prstGeom>
        </p:spPr>
      </p:pic>
    </p:spTree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re 1"/>
          <p:cNvSpPr>
            <a:spLocks noGrp="1"/>
          </p:cNvSpPr>
          <p:nvPr>
            <p:ph type="title"/>
          </p:nvPr>
        </p:nvSpPr>
        <p:spPr/>
        <p:txBody>
          <a:bodyPr vert="horz" wrap="square" anchor="ctr"/>
          <a:lstStyle/>
          <a:p>
            <a:pPr lvl="0"/>
            <a:r>
              <a:rPr lang="en-US" altLang="zh-CN">
                <a:solidFill>
                  <a:srgbClr val="00B050"/>
                </a:solidFill>
                <a:sym typeface="+mn-ea"/>
              </a:rPr>
              <a:t>        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第三日   教训日</a:t>
            </a:r>
            <a:endParaRPr lang="zh-CN" altLang="en-US" dirty="0">
              <a:solidFill>
                <a:srgbClr val="00B050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0340" y="2134235"/>
            <a:ext cx="8905875" cy="4358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/>
              <a:t>耶稣进了殿，正教训人的时候，祭司长和民间的长老来问他说：“你仗着什么权柄做这些事？给你这权柄的是谁呢？”耶稣回答说：“我也要问你们一句话，你们若告诉我，我就告诉你们我仗着什么权柄做这些事。约翰的洗礼是从哪里来的？是从天上来的？是从人间来的呢？”他们彼此商议说：“我们若说‘从天上来’，他必对我们说：‘这样，你们为什么不信他呢？’若说‘从人间来’，我们又怕百姓，因为他们都以约翰为先知。”于是回答耶稣说：“我们不知道。”耶稣说：“我也不告诉你们我仗着什么权柄做这些事。” (马太福音 21:23-27 和合本)</a:t>
            </a:r>
            <a:endParaRPr lang="zh-CN" altLang="en-US" sz="2800"/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re 1"/>
          <p:cNvSpPr>
            <a:spLocks noGrp="1"/>
          </p:cNvSpPr>
          <p:nvPr>
            <p:ph type="title"/>
          </p:nvPr>
        </p:nvSpPr>
        <p:spPr>
          <a:xfrm>
            <a:off x="2124075" y="115888"/>
            <a:ext cx="6543675" cy="1143000"/>
          </a:xfrm>
        </p:spPr>
        <p:txBody>
          <a:bodyPr vert="horz" wrap="square" anchor="ctr"/>
          <a:lstStyle/>
          <a:p>
            <a:pPr lvl="0" algn="l"/>
            <a:r>
              <a:rPr lang="zh-CN" altLang="en-US" dirty="0"/>
              <a:t>太21：</a:t>
            </a:r>
            <a:r>
              <a:rPr lang="en-US" altLang="zh-CN" dirty="0"/>
              <a:t>23</a:t>
            </a:r>
            <a:r>
              <a:rPr lang="zh-CN" altLang="en-US" dirty="0"/>
              <a:t>  -</a:t>
            </a:r>
            <a:r>
              <a:rPr lang="en-US" altLang="zh-CN" dirty="0"/>
              <a:t>-   </a:t>
            </a:r>
            <a:r>
              <a:rPr lang="zh-CN" altLang="en-US" dirty="0"/>
              <a:t>26：16</a:t>
            </a:r>
            <a:endParaRPr lang="zh-CN" altLang="en-US" dirty="0"/>
          </a:p>
        </p:txBody>
      </p:sp>
      <p:sp>
        <p:nvSpPr>
          <p:cNvPr id="100" name="文本框 99"/>
          <p:cNvSpPr txBox="1"/>
          <p:nvPr/>
        </p:nvSpPr>
        <p:spPr>
          <a:xfrm>
            <a:off x="1787525" y="1271270"/>
            <a:ext cx="7371715" cy="5583555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square">
            <a:spAutoFit/>
          </a:bodyPr>
          <a:lstStyle/>
          <a:p>
            <a:pPr marL="0" indent="0" algn="l"/>
            <a:r>
              <a:rPr lang="en-US" altLang="zh-CN" sz="4000"/>
              <a:t>1</a:t>
            </a:r>
            <a:r>
              <a:rPr lang="zh-CN" altLang="en-US" sz="4000">
                <a:ea typeface="宋体" panose="02010600030101010101" pitchFamily="2" charset="-122"/>
              </a:rPr>
              <a:t>祭司长民间长老质问耶稣权柄</a:t>
            </a:r>
            <a:endParaRPr lang="zh-CN" altLang="en-US" sz="4000">
              <a:ea typeface="宋体" panose="02010600030101010101" pitchFamily="2" charset="-122"/>
            </a:endParaRPr>
          </a:p>
          <a:p>
            <a:pPr marL="0" indent="0" algn="l"/>
            <a:r>
              <a:rPr lang="en-US" altLang="zh-CN" sz="4000"/>
              <a:t>2</a:t>
            </a:r>
            <a:r>
              <a:rPr lang="zh-CN" altLang="en-US" sz="4000">
                <a:ea typeface="宋体" panose="02010600030101010101" pitchFamily="2" charset="-122"/>
              </a:rPr>
              <a:t>耶稣讲比喻</a:t>
            </a:r>
            <a:endParaRPr lang="zh-CN" altLang="en-US" sz="4000">
              <a:ea typeface="宋体" panose="02010600030101010101" pitchFamily="2" charset="-122"/>
            </a:endParaRPr>
          </a:p>
          <a:p>
            <a:pPr marL="0" indent="0" algn="l"/>
            <a:r>
              <a:rPr lang="en-US" altLang="zh-CN" sz="4000"/>
              <a:t>3耶路撒冷 耶稣与宗教领袖       辩论         </a:t>
            </a:r>
            <a:endParaRPr lang="en-US" altLang="zh-CN" sz="4000"/>
          </a:p>
          <a:p>
            <a:pPr marL="0" indent="0" algn="l"/>
            <a:r>
              <a:rPr lang="en-US" altLang="zh-CN" sz="4000"/>
              <a:t>4耶路撒冷 耶稣责备各种伪善</a:t>
            </a:r>
            <a:endParaRPr lang="en-US" altLang="zh-CN" sz="4000"/>
          </a:p>
          <a:p>
            <a:pPr marL="0" indent="0" algn="l"/>
            <a:r>
              <a:rPr lang="en-US" altLang="zh-CN" sz="4000"/>
              <a:t>5耶路撒冷 希利尼人欲见耶稣，</a:t>
            </a:r>
            <a:endParaRPr lang="en-US" altLang="zh-CN" sz="4000"/>
          </a:p>
          <a:p>
            <a:pPr marL="0" indent="0" algn="l"/>
            <a:r>
              <a:rPr lang="en-US" altLang="zh-CN" sz="4000"/>
              <a:t>      耶稣向百姓末了的讲论</a:t>
            </a:r>
            <a:endParaRPr lang="en-US" altLang="zh-CN" sz="4000"/>
          </a:p>
          <a:p>
            <a:pPr marL="0" indent="0" algn="l"/>
            <a:r>
              <a:rPr lang="en-US" altLang="zh-CN" sz="4000"/>
              <a:t>6橄榄山 耶稣预言将来的事</a:t>
            </a:r>
            <a:endParaRPr lang="en-US" altLang="zh-CN" sz="4000"/>
          </a:p>
          <a:p>
            <a:pPr marL="0" indent="0" algn="l"/>
            <a:r>
              <a:rPr lang="en-US" altLang="zh-CN" sz="4000"/>
              <a:t>7耶路撒冷 耶稣称赞寡妇的奉献              </a:t>
            </a:r>
            <a:endParaRPr lang="en-US" altLang="zh-CN" sz="4000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re 1"/>
          <p:cNvSpPr>
            <a:spLocks noGrp="1"/>
          </p:cNvSpPr>
          <p:nvPr>
            <p:ph type="title"/>
          </p:nvPr>
        </p:nvSpPr>
        <p:spPr/>
        <p:txBody>
          <a:bodyPr vert="horz" wrap="square" anchor="ctr"/>
          <a:lstStyle/>
          <a:p>
            <a:pPr lvl="0"/>
            <a:r>
              <a:rPr lang="zh-CN" altLang="en-US" dirty="0">
                <a:solidFill>
                  <a:schemeClr val="bg1"/>
                </a:solidFill>
                <a:sym typeface="+mn-ea"/>
              </a:rPr>
              <a:t>耶稣 教训文士 法利赛人</a:t>
            </a:r>
            <a:endParaRPr lang="zh-CN" altLang="en-US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6147" name="Espace réservé du contenu 2"/>
          <p:cNvSpPr>
            <a:spLocks noGrp="1"/>
          </p:cNvSpPr>
          <p:nvPr>
            <p:ph idx="1"/>
          </p:nvPr>
        </p:nvSpPr>
        <p:spPr>
          <a:xfrm>
            <a:off x="467995" y="2204720"/>
            <a:ext cx="8229600" cy="4197350"/>
          </a:xfrm>
        </p:spPr>
        <p:txBody>
          <a:bodyPr vert="horz" wrap="square" anchor="t"/>
          <a:lstStyle/>
          <a:p>
            <a:pPr lvl="0"/>
            <a:endParaRPr lang="en-US" altLang="zh-CN"/>
          </a:p>
          <a:p>
            <a:pPr lvl="0"/>
            <a:endParaRPr lang="en-US" altLang="zh-CN"/>
          </a:p>
        </p:txBody>
      </p:sp>
      <p:pic>
        <p:nvPicPr>
          <p:cNvPr id="4" name="图片 3" descr="201303281026191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3970" y="1481455"/>
            <a:ext cx="9142095" cy="5386070"/>
          </a:xfrm>
          <a:prstGeom prst="rect">
            <a:avLst/>
          </a:prstGeom>
        </p:spPr>
      </p:pic>
    </p:spTree>
  </p:cSld>
  <p:clrMapOvr>
    <a:masterClrMapping/>
  </p:clrMapOvr>
  <p:transition>
    <p:randomBar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re 1"/>
          <p:cNvSpPr>
            <a:spLocks noGrp="1"/>
          </p:cNvSpPr>
          <p:nvPr>
            <p:ph type="title"/>
          </p:nvPr>
        </p:nvSpPr>
        <p:spPr/>
        <p:txBody>
          <a:bodyPr vert="horz" wrap="square" anchor="ctr"/>
          <a:lstStyle/>
          <a:p>
            <a:pPr lvl="0"/>
            <a:r>
              <a:rPr lang="zh-CN" altLang="en-US" dirty="0">
                <a:solidFill>
                  <a:schemeClr val="bg1"/>
                </a:solidFill>
                <a:sym typeface="+mn-ea"/>
              </a:rPr>
              <a:t>两个儿子的比喻</a:t>
            </a:r>
            <a:endParaRPr lang="zh-CN" altLang="en-US" dirty="0">
              <a:solidFill>
                <a:schemeClr val="bg1"/>
              </a:solidFill>
              <a:sym typeface="+mn-ea"/>
            </a:endParaRPr>
          </a:p>
        </p:txBody>
      </p:sp>
      <p:pic>
        <p:nvPicPr>
          <p:cNvPr id="2" name="内容占位符 1" descr="6619356867352346759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6195" y="1241425"/>
            <a:ext cx="9063355" cy="5608955"/>
          </a:xfrm>
          <a:prstGeom prst="rect">
            <a:avLst/>
          </a:prstGeom>
        </p:spPr>
      </p:pic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re 1"/>
          <p:cNvSpPr>
            <a:spLocks noGrp="1"/>
          </p:cNvSpPr>
          <p:nvPr>
            <p:ph type="title"/>
          </p:nvPr>
        </p:nvSpPr>
        <p:spPr/>
        <p:txBody>
          <a:bodyPr vert="horz" wrap="square" anchor="ctr"/>
          <a:lstStyle/>
          <a:p>
            <a:pPr lvl="0"/>
            <a:r>
              <a:rPr lang="zh-CN" altLang="en-US" dirty="0">
                <a:solidFill>
                  <a:schemeClr val="bg2"/>
                </a:solidFill>
                <a:sym typeface="+mn-ea"/>
              </a:rPr>
              <a:t>凶恶园户的比喻</a:t>
            </a:r>
            <a:endParaRPr lang="zh-CN" altLang="en-US" dirty="0">
              <a:solidFill>
                <a:schemeClr val="bg2"/>
              </a:solidFill>
              <a:sym typeface="+mn-ea"/>
            </a:endParaRPr>
          </a:p>
        </p:txBody>
      </p:sp>
      <p:pic>
        <p:nvPicPr>
          <p:cNvPr id="2" name="内容占位符 1" descr="1175-8806-2747-4127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981200" y="1234440"/>
            <a:ext cx="5181600" cy="5603240"/>
          </a:xfrm>
          <a:prstGeom prst="rect">
            <a:avLst/>
          </a:prstGeom>
        </p:spPr>
      </p:pic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re 1"/>
          <p:cNvSpPr>
            <a:spLocks noGrp="1"/>
          </p:cNvSpPr>
          <p:nvPr>
            <p:ph type="title"/>
          </p:nvPr>
        </p:nvSpPr>
        <p:spPr/>
        <p:txBody>
          <a:bodyPr vert="horz" wrap="square" anchor="ctr"/>
          <a:lstStyle/>
          <a:p>
            <a:pPr lvl="0"/>
            <a:r>
              <a:rPr lang="zh-CN" altLang="en-US" dirty="0">
                <a:solidFill>
                  <a:schemeClr val="bg2"/>
                </a:solidFill>
                <a:sym typeface="+mn-ea"/>
              </a:rPr>
              <a:t>娶亲筵席的比喻</a:t>
            </a:r>
            <a:endParaRPr lang="zh-CN" altLang="en-US" dirty="0">
              <a:solidFill>
                <a:schemeClr val="bg2"/>
              </a:solidFill>
              <a:sym typeface="+mn-ea"/>
            </a:endParaRPr>
          </a:p>
        </p:txBody>
      </p:sp>
      <p:pic>
        <p:nvPicPr>
          <p:cNvPr id="2" name="内容占位符 1" descr="0509a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940425" y="2348865"/>
            <a:ext cx="3140710" cy="4327525"/>
          </a:xfrm>
          <a:prstGeom prst="rect">
            <a:avLst/>
          </a:prstGeom>
        </p:spPr>
      </p:pic>
      <p:pic>
        <p:nvPicPr>
          <p:cNvPr id="3" name="图片 2" descr="3325-9042-2480-1700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1556385"/>
            <a:ext cx="3024505" cy="4683760"/>
          </a:xfrm>
          <a:prstGeom prst="rect">
            <a:avLst/>
          </a:prstGeom>
        </p:spPr>
      </p:pic>
      <p:pic>
        <p:nvPicPr>
          <p:cNvPr id="4" name="图片 3" descr="u=2337537752,934867911&amp;fm=21&amp;gp=0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987675" y="1988820"/>
            <a:ext cx="3053715" cy="4408805"/>
          </a:xfrm>
          <a:prstGeom prst="rect">
            <a:avLst/>
          </a:prstGeom>
        </p:spPr>
      </p:pic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re 1"/>
          <p:cNvSpPr>
            <a:spLocks noGrp="1"/>
          </p:cNvSpPr>
          <p:nvPr>
            <p:ph type="title"/>
          </p:nvPr>
        </p:nvSpPr>
        <p:spPr/>
        <p:txBody>
          <a:bodyPr vert="horz" wrap="square" anchor="ctr"/>
          <a:lstStyle/>
          <a:p>
            <a:pPr lvl="0"/>
            <a:r>
              <a:rPr lang="zh-CN" altLang="en-US" dirty="0">
                <a:solidFill>
                  <a:schemeClr val="bg2"/>
                </a:solidFill>
                <a:sym typeface="+mn-ea"/>
              </a:rPr>
              <a:t>与希律党辩论纳税给凯撒</a:t>
            </a:r>
            <a:endParaRPr lang="zh-CN" altLang="en-US" dirty="0">
              <a:solidFill>
                <a:schemeClr val="bg2"/>
              </a:solidFill>
              <a:sym typeface="+mn-ea"/>
            </a:endParaRPr>
          </a:p>
        </p:txBody>
      </p:sp>
      <p:pic>
        <p:nvPicPr>
          <p:cNvPr id="2" name="内容占位符 1" descr="Mt_22_20-21.Gustave_Dore.ChristAndTheTributeMoney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140200" y="1628775"/>
            <a:ext cx="4830445" cy="5189855"/>
          </a:xfrm>
          <a:prstGeom prst="rect">
            <a:avLst/>
          </a:prstGeom>
        </p:spPr>
      </p:pic>
      <p:pic>
        <p:nvPicPr>
          <p:cNvPr id="3" name="图片 2" descr="20110602020807472_265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7315" y="2276475"/>
            <a:ext cx="3937635" cy="4004310"/>
          </a:xfrm>
          <a:prstGeom prst="rect">
            <a:avLst/>
          </a:prstGeom>
        </p:spPr>
      </p:pic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re 1"/>
          <p:cNvSpPr>
            <a:spLocks noGrp="1"/>
          </p:cNvSpPr>
          <p:nvPr>
            <p:ph type="title"/>
          </p:nvPr>
        </p:nvSpPr>
        <p:spPr/>
        <p:txBody>
          <a:bodyPr vert="horz" wrap="square" anchor="ctr"/>
          <a:lstStyle/>
          <a:p>
            <a:pPr lvl="0"/>
            <a:r>
              <a:rPr lang="zh-CN" altLang="en-US" dirty="0">
                <a:solidFill>
                  <a:schemeClr val="bg1"/>
                </a:solidFill>
                <a:sym typeface="+mn-ea"/>
              </a:rPr>
              <a:t>与撒都该人辩论复活</a:t>
            </a:r>
            <a:endParaRPr lang="zh-CN" altLang="en-US" dirty="0">
              <a:solidFill>
                <a:schemeClr val="bg1"/>
              </a:solidFill>
              <a:sym typeface="+mn-ea"/>
            </a:endParaRPr>
          </a:p>
        </p:txBody>
      </p:sp>
      <p:pic>
        <p:nvPicPr>
          <p:cNvPr id="2" name="内容占位符 1" descr="g200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195830" y="1556385"/>
            <a:ext cx="5273675" cy="5198745"/>
          </a:xfrm>
          <a:prstGeom prst="rect">
            <a:avLst/>
          </a:prstGeom>
        </p:spPr>
      </p:pic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re 1"/>
          <p:cNvSpPr>
            <a:spLocks noGrp="1"/>
          </p:cNvSpPr>
          <p:nvPr>
            <p:ph type="title"/>
          </p:nvPr>
        </p:nvSpPr>
        <p:spPr/>
        <p:txBody>
          <a:bodyPr vert="horz" wrap="square" anchor="ctr"/>
          <a:lstStyle/>
          <a:p>
            <a:pPr lvl="0"/>
            <a:r>
              <a:rPr lang="zh-CN" altLang="en-US" dirty="0">
                <a:solidFill>
                  <a:schemeClr val="bg2"/>
                </a:solidFill>
                <a:sym typeface="+mn-ea"/>
              </a:rPr>
              <a:t>与法利赛人辩论最大诫命</a:t>
            </a:r>
            <a:endParaRPr lang="zh-CN" altLang="en-US" dirty="0">
              <a:solidFill>
                <a:schemeClr val="bg2"/>
              </a:solidFill>
              <a:sym typeface="+mn-ea"/>
            </a:endParaRPr>
          </a:p>
        </p:txBody>
      </p:sp>
      <p:pic>
        <p:nvPicPr>
          <p:cNvPr id="2" name="内容占位符 1" descr="u=1364344674,3043616395&amp;fm=15&amp;gp=0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627630" y="1412240"/>
            <a:ext cx="3810000" cy="1177925"/>
          </a:xfrm>
          <a:prstGeom prst="rect">
            <a:avLst/>
          </a:prstGeom>
        </p:spPr>
      </p:pic>
      <p:pic>
        <p:nvPicPr>
          <p:cNvPr id="3" name="图片 2" descr="u=1503964567,89222581&amp;fm=15&amp;gp=0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6830" y="2567940"/>
            <a:ext cx="4841875" cy="4284345"/>
          </a:xfrm>
          <a:prstGeom prst="rect">
            <a:avLst/>
          </a:prstGeom>
        </p:spPr>
      </p:pic>
      <p:pic>
        <p:nvPicPr>
          <p:cNvPr id="4" name="图片 3" descr="1123883_201132819295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900295" y="2576830"/>
            <a:ext cx="4225925" cy="4311650"/>
          </a:xfrm>
          <a:prstGeom prst="rect">
            <a:avLst/>
          </a:prstGeom>
        </p:spPr>
      </p:pic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re 1"/>
          <p:cNvSpPr>
            <a:spLocks noGrp="1"/>
          </p:cNvSpPr>
          <p:nvPr>
            <p:ph type="title"/>
          </p:nvPr>
        </p:nvSpPr>
        <p:spPr/>
        <p:txBody>
          <a:bodyPr vert="horz" wrap="square" anchor="ctr"/>
          <a:lstStyle/>
          <a:p>
            <a:pPr lvl="0"/>
            <a:r>
              <a:rPr lang="zh-CN" altLang="en-US" dirty="0">
                <a:solidFill>
                  <a:srgbClr val="00B050"/>
                </a:solidFill>
                <a:sym typeface="+mn-ea"/>
              </a:rPr>
              <a:t>文士 法利赛人 七祸（一）</a:t>
            </a:r>
            <a:endParaRPr lang="zh-CN" altLang="en-US" dirty="0">
              <a:solidFill>
                <a:srgbClr val="00B050"/>
              </a:solidFill>
              <a:sym typeface="+mn-ea"/>
            </a:endParaRPr>
          </a:p>
        </p:txBody>
      </p:sp>
      <p:sp>
        <p:nvSpPr>
          <p:cNvPr id="6147" name="Espace réservé du contenu 2"/>
          <p:cNvSpPr>
            <a:spLocks noGrp="1"/>
          </p:cNvSpPr>
          <p:nvPr>
            <p:ph idx="1"/>
          </p:nvPr>
        </p:nvSpPr>
        <p:spPr>
          <a:xfrm>
            <a:off x="467995" y="2062480"/>
            <a:ext cx="8229600" cy="4517390"/>
          </a:xfrm>
        </p:spPr>
        <p:txBody>
          <a:bodyPr vert="horz" wrap="square" anchor="t"/>
          <a:lstStyle/>
          <a:p>
            <a:pPr lvl="0"/>
            <a:r>
              <a:rPr lang="en-US" altLang="zh-CN"/>
              <a:t>13你们这假冒为善的文士和法利赛人有祸了！因为你们正当人前，把天国的门关了，自己不进去，正要进去的人，你们也不容他们进去。（有古卷在此有</a:t>
            </a:r>
            <a:endParaRPr lang="en-US" altLang="zh-CN"/>
          </a:p>
          <a:p>
            <a:pPr lvl="0"/>
            <a:r>
              <a:rPr lang="en-US" altLang="zh-CN"/>
              <a:t>14“你们这假冒为善的文士和法利赛人有祸了！因为你们侵吞寡妇的家产，假意作很长的祷告，所以要受更重的刑罚。”）</a:t>
            </a:r>
            <a:endParaRPr lang="en-US" altLang="zh-CN"/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re 1"/>
          <p:cNvSpPr>
            <a:spLocks noGrp="1"/>
          </p:cNvSpPr>
          <p:nvPr>
            <p:ph type="title"/>
          </p:nvPr>
        </p:nvSpPr>
        <p:spPr/>
        <p:txBody>
          <a:bodyPr vert="horz" wrap="square" anchor="ctr"/>
          <a:lstStyle/>
          <a:p>
            <a:pPr lvl="0"/>
            <a:r>
              <a:rPr lang="zh-CN" altLang="en-US" dirty="0">
                <a:solidFill>
                  <a:srgbClr val="00B050"/>
                </a:solidFill>
                <a:sym typeface="+mn-ea"/>
              </a:rPr>
              <a:t>耶稣指责 文士 法利赛人 七祸</a:t>
            </a:r>
            <a:endParaRPr lang="zh-CN" altLang="en-US" dirty="0">
              <a:solidFill>
                <a:srgbClr val="00B050"/>
              </a:solidFill>
              <a:sym typeface="+mn-ea"/>
            </a:endParaRPr>
          </a:p>
        </p:txBody>
      </p:sp>
      <p:pic>
        <p:nvPicPr>
          <p:cNvPr id="2" name="内容占位符 1" descr="031654imq7yl8mt37qllls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35" y="1413510"/>
            <a:ext cx="9148445" cy="5508625"/>
          </a:xfrm>
          <a:prstGeom prst="rect">
            <a:avLst/>
          </a:prstGeom>
        </p:spPr>
      </p:pic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re 1"/>
          <p:cNvSpPr>
            <a:spLocks noGrp="1"/>
          </p:cNvSpPr>
          <p:nvPr>
            <p:ph type="title"/>
          </p:nvPr>
        </p:nvSpPr>
        <p:spPr/>
        <p:txBody>
          <a:bodyPr vert="horz" wrap="square" anchor="ctr"/>
          <a:lstStyle/>
          <a:p>
            <a:pPr lvl="0"/>
            <a:r>
              <a:rPr lang="zh-CN" altLang="en-US" dirty="0">
                <a:solidFill>
                  <a:srgbClr val="00B050"/>
                </a:solidFill>
                <a:sym typeface="+mn-ea"/>
              </a:rPr>
              <a:t>文士 法利赛人 七祸（二）</a:t>
            </a:r>
            <a:endParaRPr lang="zh-CN" altLang="en-US" dirty="0">
              <a:solidFill>
                <a:srgbClr val="00B050"/>
              </a:solidFill>
              <a:sym typeface="+mn-ea"/>
            </a:endParaRPr>
          </a:p>
        </p:txBody>
      </p:sp>
      <p:sp>
        <p:nvSpPr>
          <p:cNvPr id="6147" name="Espace réservé du contenu 2"/>
          <p:cNvSpPr>
            <a:spLocks noGrp="1"/>
          </p:cNvSpPr>
          <p:nvPr>
            <p:ph idx="1"/>
          </p:nvPr>
        </p:nvSpPr>
        <p:spPr>
          <a:xfrm>
            <a:off x="467995" y="2062480"/>
            <a:ext cx="8229600" cy="4517390"/>
          </a:xfrm>
        </p:spPr>
        <p:txBody>
          <a:bodyPr vert="horz" wrap="square" anchor="t"/>
          <a:lstStyle/>
          <a:p>
            <a:pPr lvl="0">
              <a:lnSpc>
                <a:spcPct val="110000"/>
              </a:lnSpc>
            </a:pPr>
            <a:r>
              <a:rPr lang="en-US" altLang="zh-CN"/>
              <a:t>15你们这假冒为善的文士和法利赛人有祸了！因为你们走遍洋海陆地，勾引一个人入教，既入了教，却使他作地狱之子，比你们还加倍。</a:t>
            </a:r>
            <a:endParaRPr lang="en-US" altLang="zh-CN"/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re 1"/>
          <p:cNvSpPr>
            <a:spLocks noGrp="1"/>
          </p:cNvSpPr>
          <p:nvPr>
            <p:ph type="title"/>
          </p:nvPr>
        </p:nvSpPr>
        <p:spPr/>
        <p:txBody>
          <a:bodyPr vert="horz" wrap="square" anchor="ctr"/>
          <a:lstStyle/>
          <a:p>
            <a:pPr lvl="0"/>
            <a:r>
              <a:rPr lang="zh-CN" altLang="en-US" dirty="0">
                <a:solidFill>
                  <a:srgbClr val="00B050"/>
                </a:solidFill>
                <a:sym typeface="+mn-ea"/>
              </a:rPr>
              <a:t>文士 法利赛人 七祸（三）</a:t>
            </a:r>
            <a:endParaRPr lang="zh-CN" altLang="en-US" dirty="0">
              <a:solidFill>
                <a:srgbClr val="00B050"/>
              </a:solidFill>
              <a:sym typeface="+mn-ea"/>
            </a:endParaRPr>
          </a:p>
        </p:txBody>
      </p:sp>
      <p:sp>
        <p:nvSpPr>
          <p:cNvPr id="6147" name="Espace réservé du contenu 2"/>
          <p:cNvSpPr>
            <a:spLocks noGrp="1"/>
          </p:cNvSpPr>
          <p:nvPr>
            <p:ph idx="1"/>
          </p:nvPr>
        </p:nvSpPr>
        <p:spPr>
          <a:xfrm>
            <a:off x="467995" y="2062480"/>
            <a:ext cx="8229600" cy="4517390"/>
          </a:xfrm>
        </p:spPr>
        <p:txBody>
          <a:bodyPr vert="horz" wrap="square" anchor="t"/>
          <a:lstStyle/>
          <a:p>
            <a:pPr lvl="0"/>
            <a:r>
              <a:rPr lang="en-US" altLang="zh-CN" sz="2400"/>
              <a:t>16你们这瞎眼领路的有祸了！你们说：‘凡指着殿起誓的，这算不得什么；只是凡指着殿中金子起誓的，他就该谨守。’17你们这无知瞎眼的人哪！什么是大的？是金子呢，还是叫金子成圣的殿呢？</a:t>
            </a:r>
            <a:endParaRPr lang="en-US" altLang="zh-CN" sz="2400"/>
          </a:p>
          <a:p>
            <a:pPr lvl="0"/>
            <a:r>
              <a:rPr lang="en-US" altLang="zh-CN" sz="2400"/>
              <a:t>18你们又说：‘凡指着坛起誓的，这算不得什么；只是凡指着坛上礼物起誓的，他就该谨守。’</a:t>
            </a:r>
            <a:endParaRPr lang="en-US" altLang="zh-CN" sz="2400"/>
          </a:p>
          <a:p>
            <a:pPr lvl="0"/>
            <a:r>
              <a:rPr lang="en-US" altLang="zh-CN" sz="2400"/>
              <a:t>19你们这瞎眼的人哪！什么是大的？是礼物呢，还是叫礼物成圣的坛呢？20所以，人指着坛起誓，就是指着坛和坛上一切所有的起誓；</a:t>
            </a:r>
            <a:endParaRPr lang="en-US" altLang="zh-CN" sz="2400"/>
          </a:p>
          <a:p>
            <a:pPr lvl="0"/>
            <a:r>
              <a:rPr lang="en-US" altLang="zh-CN" sz="2400"/>
              <a:t>21人指着殿起誓，就是指着殿和那住在殿里的起誓；</a:t>
            </a:r>
            <a:endParaRPr lang="en-US" altLang="zh-CN" sz="2400"/>
          </a:p>
          <a:p>
            <a:pPr lvl="0"/>
            <a:r>
              <a:rPr lang="en-US" altLang="zh-CN" sz="2400"/>
              <a:t>22人指着天起誓，就是指着神的宝座和那坐在上面的起誓。</a:t>
            </a:r>
            <a:endParaRPr lang="en-US" altLang="zh-CN" sz="2400"/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re 1"/>
          <p:cNvSpPr>
            <a:spLocks noGrp="1"/>
          </p:cNvSpPr>
          <p:nvPr>
            <p:ph type="title"/>
          </p:nvPr>
        </p:nvSpPr>
        <p:spPr/>
        <p:txBody>
          <a:bodyPr vert="horz" wrap="square" anchor="ctr"/>
          <a:lstStyle/>
          <a:p>
            <a:pPr lvl="0"/>
            <a:r>
              <a:rPr lang="zh-CN" altLang="en-US" dirty="0">
                <a:solidFill>
                  <a:srgbClr val="00B050"/>
                </a:solidFill>
                <a:sym typeface="+mn-ea"/>
              </a:rPr>
              <a:t>文士 法利赛人 七祸（四）</a:t>
            </a:r>
            <a:endParaRPr lang="zh-CN" altLang="en-US" dirty="0">
              <a:solidFill>
                <a:srgbClr val="00B050"/>
              </a:solidFill>
              <a:sym typeface="+mn-ea"/>
            </a:endParaRPr>
          </a:p>
        </p:txBody>
      </p:sp>
      <p:sp>
        <p:nvSpPr>
          <p:cNvPr id="6147" name="Espace réservé du contenu 2"/>
          <p:cNvSpPr>
            <a:spLocks noGrp="1"/>
          </p:cNvSpPr>
          <p:nvPr>
            <p:ph idx="1"/>
          </p:nvPr>
        </p:nvSpPr>
        <p:spPr>
          <a:xfrm>
            <a:off x="467995" y="2062480"/>
            <a:ext cx="8229600" cy="4517390"/>
          </a:xfrm>
        </p:spPr>
        <p:txBody>
          <a:bodyPr vert="horz" wrap="square" anchor="t"/>
          <a:lstStyle/>
          <a:p>
            <a:pPr lvl="0">
              <a:lnSpc>
                <a:spcPct val="120000"/>
              </a:lnSpc>
            </a:pPr>
            <a:r>
              <a:rPr lang="en-US" altLang="zh-CN" sz="2800"/>
              <a:t>23你们这假冒为善的文士和法利赛人有祸了！因为你们将薄荷、茴香、芹菜献上十分之一，那律法上更重的事，就是公义、怜悯、信实，反倒不行了。这更重的是你们当行的，那也是不可不行的。</a:t>
            </a:r>
            <a:endParaRPr lang="en-US" altLang="zh-CN" sz="2800"/>
          </a:p>
          <a:p>
            <a:pPr lvl="0">
              <a:lnSpc>
                <a:spcPct val="120000"/>
              </a:lnSpc>
            </a:pPr>
            <a:r>
              <a:rPr lang="en-US" altLang="zh-CN" sz="2800"/>
              <a:t>24你们这瞎眼领路的，蠓虫你们就滤出来，骆驼你们倒吞下去。</a:t>
            </a:r>
            <a:endParaRPr lang="en-US" altLang="zh-CN" sz="2800"/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re 1"/>
          <p:cNvSpPr>
            <a:spLocks noGrp="1"/>
          </p:cNvSpPr>
          <p:nvPr>
            <p:ph type="title"/>
          </p:nvPr>
        </p:nvSpPr>
        <p:spPr/>
        <p:txBody>
          <a:bodyPr vert="horz" wrap="square" anchor="ctr"/>
          <a:lstStyle/>
          <a:p>
            <a:pPr lvl="0"/>
            <a:r>
              <a:rPr lang="zh-CN" altLang="en-US" dirty="0">
                <a:solidFill>
                  <a:srgbClr val="00B050"/>
                </a:solidFill>
                <a:sym typeface="+mn-ea"/>
              </a:rPr>
              <a:t>文士 法利赛人 七祸（五）</a:t>
            </a:r>
            <a:endParaRPr lang="zh-CN" altLang="en-US" dirty="0">
              <a:solidFill>
                <a:srgbClr val="00B050"/>
              </a:solidFill>
              <a:sym typeface="+mn-ea"/>
            </a:endParaRPr>
          </a:p>
        </p:txBody>
      </p:sp>
      <p:sp>
        <p:nvSpPr>
          <p:cNvPr id="6147" name="Espace réservé du contenu 2"/>
          <p:cNvSpPr>
            <a:spLocks noGrp="1"/>
          </p:cNvSpPr>
          <p:nvPr>
            <p:ph idx="1"/>
          </p:nvPr>
        </p:nvSpPr>
        <p:spPr>
          <a:xfrm>
            <a:off x="467995" y="2062480"/>
            <a:ext cx="8229600" cy="4517390"/>
          </a:xfrm>
        </p:spPr>
        <p:txBody>
          <a:bodyPr vert="horz" wrap="square" anchor="t"/>
          <a:lstStyle/>
          <a:p>
            <a:pPr lvl="0"/>
            <a:r>
              <a:rPr lang="en-US" altLang="zh-CN"/>
              <a:t>25你们这假冒为善的文士和法利赛人有祸了！因为你们洗净杯盘的外面，里面却盛满了勒索和放荡。</a:t>
            </a:r>
            <a:endParaRPr lang="en-US" altLang="zh-CN"/>
          </a:p>
          <a:p>
            <a:pPr lvl="0"/>
            <a:r>
              <a:rPr lang="en-US" altLang="zh-CN"/>
              <a:t>26你这瞎眼的法利赛人，先洗净杯盘的里面，好叫外面也干净了。</a:t>
            </a:r>
            <a:endParaRPr lang="en-US" altLang="zh-CN"/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re 1"/>
          <p:cNvSpPr>
            <a:spLocks noGrp="1"/>
          </p:cNvSpPr>
          <p:nvPr>
            <p:ph type="title"/>
          </p:nvPr>
        </p:nvSpPr>
        <p:spPr/>
        <p:txBody>
          <a:bodyPr vert="horz" wrap="square" anchor="ctr"/>
          <a:lstStyle/>
          <a:p>
            <a:pPr lvl="0"/>
            <a:r>
              <a:rPr lang="zh-CN" altLang="en-US" dirty="0">
                <a:solidFill>
                  <a:srgbClr val="00B050"/>
                </a:solidFill>
                <a:sym typeface="+mn-ea"/>
              </a:rPr>
              <a:t>文士 法利赛人 七祸（六）</a:t>
            </a:r>
            <a:endParaRPr lang="zh-CN" altLang="en-US" dirty="0">
              <a:solidFill>
                <a:srgbClr val="00B050"/>
              </a:solidFill>
              <a:sym typeface="+mn-ea"/>
            </a:endParaRPr>
          </a:p>
        </p:txBody>
      </p:sp>
      <p:sp>
        <p:nvSpPr>
          <p:cNvPr id="6147" name="Espace réservé du contenu 2"/>
          <p:cNvSpPr>
            <a:spLocks noGrp="1"/>
          </p:cNvSpPr>
          <p:nvPr>
            <p:ph idx="1"/>
          </p:nvPr>
        </p:nvSpPr>
        <p:spPr>
          <a:xfrm>
            <a:off x="467995" y="2062480"/>
            <a:ext cx="8229600" cy="4517390"/>
          </a:xfrm>
        </p:spPr>
        <p:txBody>
          <a:bodyPr vert="horz" wrap="square" anchor="t"/>
          <a:lstStyle/>
          <a:p>
            <a:pPr lvl="0"/>
            <a:r>
              <a:rPr lang="en-US" altLang="zh-CN"/>
              <a:t>27你们这假冒为善的文士和法利赛人有祸了！因为你们好像粉饰的坟墓，外面好看，里面却装满了死人的骨头和一切的污秽。28你们也是如此，在人前，外面显出公义来，里面却装满了假善和不法的事。</a:t>
            </a:r>
            <a:endParaRPr lang="en-US" altLang="zh-CN"/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re 1"/>
          <p:cNvSpPr>
            <a:spLocks noGrp="1"/>
          </p:cNvSpPr>
          <p:nvPr>
            <p:ph type="title"/>
          </p:nvPr>
        </p:nvSpPr>
        <p:spPr/>
        <p:txBody>
          <a:bodyPr vert="horz" wrap="square" anchor="ctr"/>
          <a:lstStyle/>
          <a:p>
            <a:pPr lvl="0"/>
            <a:r>
              <a:rPr lang="zh-CN" altLang="en-US" dirty="0">
                <a:solidFill>
                  <a:srgbClr val="00B050"/>
                </a:solidFill>
                <a:sym typeface="+mn-ea"/>
              </a:rPr>
              <a:t>文士 法利赛人 七祸（七）</a:t>
            </a:r>
            <a:endParaRPr lang="zh-CN" altLang="en-US" dirty="0">
              <a:solidFill>
                <a:schemeClr val="bg2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95605" y="2348865"/>
            <a:ext cx="8636635" cy="3997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/>
              <a:t>29</a:t>
            </a:r>
            <a:r>
              <a:rPr lang="zh-CN" altLang="en-US" sz="3200"/>
              <a:t>“你们这假冒为善的文士和法利赛人有祸了！因为你们建造先知的坟，修饰义人的墓，说：</a:t>
            </a:r>
            <a:r>
              <a:rPr lang="en-US" altLang="zh-CN" sz="3200"/>
              <a:t>30</a:t>
            </a:r>
            <a:r>
              <a:rPr lang="zh-CN" altLang="en-US" sz="3200"/>
              <a:t>‘若是我们在我们祖宗的时候，必不和他们同流先知的血。’</a:t>
            </a:r>
            <a:endParaRPr lang="zh-CN" altLang="en-US" sz="3200"/>
          </a:p>
          <a:p>
            <a:r>
              <a:rPr lang="en-US" altLang="zh-CN" sz="3200"/>
              <a:t>31</a:t>
            </a:r>
            <a:r>
              <a:rPr lang="zh-CN" altLang="en-US" sz="3200"/>
              <a:t>这就是你们自己证明是杀害先知者的子孙了。</a:t>
            </a:r>
            <a:r>
              <a:rPr lang="en-US" altLang="zh-CN" sz="3200"/>
              <a:t>32</a:t>
            </a:r>
            <a:r>
              <a:rPr lang="zh-CN" altLang="en-US" sz="3200"/>
              <a:t>你们去充满你们祖宗的恶贯吧！</a:t>
            </a:r>
            <a:endParaRPr lang="zh-CN" altLang="en-US" sz="3200"/>
          </a:p>
          <a:p>
            <a:r>
              <a:rPr lang="en-US" altLang="zh-CN" sz="3200"/>
              <a:t>33</a:t>
            </a:r>
            <a:r>
              <a:rPr lang="zh-CN" altLang="en-US" sz="3200"/>
              <a:t>你们这些蛇类、毒蛇之种啊，怎能逃脱地狱的刑罚呢？ </a:t>
            </a:r>
            <a:endParaRPr lang="zh-CN" altLang="en-US" sz="3200"/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re 1"/>
          <p:cNvSpPr>
            <a:spLocks noGrp="1"/>
          </p:cNvSpPr>
          <p:nvPr>
            <p:ph type="title"/>
          </p:nvPr>
        </p:nvSpPr>
        <p:spPr/>
        <p:txBody>
          <a:bodyPr vert="horz" wrap="square" anchor="ctr"/>
          <a:lstStyle/>
          <a:p>
            <a:pPr lvl="0"/>
            <a:r>
              <a:rPr lang="zh-CN" altLang="en-US" dirty="0">
                <a:solidFill>
                  <a:schemeClr val="bg2"/>
                </a:solidFill>
                <a:sym typeface="+mn-ea"/>
              </a:rPr>
              <a:t>耶稣讲末了的预兆</a:t>
            </a:r>
            <a:endParaRPr lang="zh-CN" altLang="en-US" dirty="0">
              <a:solidFill>
                <a:schemeClr val="bg2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7995" y="2348865"/>
            <a:ext cx="863663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/>
              <a:t> </a:t>
            </a:r>
            <a:endParaRPr lang="zh-CN" altLang="en-US" sz="3200"/>
          </a:p>
        </p:txBody>
      </p:sp>
      <p:pic>
        <p:nvPicPr>
          <p:cNvPr id="4" name="图片 3" descr="6597636015146227327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955" y="1340485"/>
            <a:ext cx="9088120" cy="5539740"/>
          </a:xfrm>
          <a:prstGeom prst="rect">
            <a:avLst/>
          </a:prstGeom>
        </p:spPr>
      </p:pic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re 1"/>
          <p:cNvSpPr>
            <a:spLocks noGrp="1"/>
          </p:cNvSpPr>
          <p:nvPr>
            <p:ph type="title"/>
          </p:nvPr>
        </p:nvSpPr>
        <p:spPr/>
        <p:txBody>
          <a:bodyPr vert="horz" wrap="square" anchor="ctr"/>
          <a:lstStyle/>
          <a:p>
            <a:pPr lvl="0"/>
            <a:r>
              <a:rPr lang="zh-CN" altLang="en-US" dirty="0">
                <a:solidFill>
                  <a:schemeClr val="bg2"/>
                </a:solidFill>
                <a:sym typeface="+mn-ea"/>
              </a:rPr>
              <a:t>耶稣讲末了的预兆</a:t>
            </a:r>
            <a:endParaRPr lang="zh-CN" altLang="en-US" dirty="0">
              <a:solidFill>
                <a:schemeClr val="bg2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7995" y="2348865"/>
            <a:ext cx="863663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/>
              <a:t> </a:t>
            </a:r>
            <a:endParaRPr lang="zh-CN" altLang="en-US" sz="3200"/>
          </a:p>
        </p:txBody>
      </p:sp>
      <p:pic>
        <p:nvPicPr>
          <p:cNvPr id="2" name="图片 1" descr="167590201143527225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" y="17780"/>
            <a:ext cx="9094470" cy="6861810"/>
          </a:xfrm>
          <a:prstGeom prst="rect">
            <a:avLst/>
          </a:prstGeom>
        </p:spPr>
      </p:pic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re 1"/>
          <p:cNvSpPr>
            <a:spLocks noGrp="1"/>
          </p:cNvSpPr>
          <p:nvPr>
            <p:ph type="title"/>
          </p:nvPr>
        </p:nvSpPr>
        <p:spPr/>
        <p:txBody>
          <a:bodyPr vert="horz" wrap="square" anchor="ctr"/>
          <a:lstStyle/>
          <a:p>
            <a:pPr lvl="0"/>
            <a:endParaRPr lang="zh-CN" altLang="en-US" dirty="0">
              <a:solidFill>
                <a:schemeClr val="bg2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95605" y="2348865"/>
            <a:ext cx="863663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/>
              <a:t> </a:t>
            </a:r>
            <a:endParaRPr lang="zh-CN" altLang="en-US" sz="3200"/>
          </a:p>
        </p:txBody>
      </p:sp>
      <p:pic>
        <p:nvPicPr>
          <p:cNvPr id="2" name="图片 1" descr="3286220353196924879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44450"/>
            <a:ext cx="9118600" cy="6866255"/>
          </a:xfrm>
          <a:prstGeom prst="rect">
            <a:avLst/>
          </a:prstGeom>
        </p:spPr>
      </p:pic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re 1"/>
          <p:cNvSpPr>
            <a:spLocks noGrp="1"/>
          </p:cNvSpPr>
          <p:nvPr>
            <p:ph type="title"/>
          </p:nvPr>
        </p:nvSpPr>
        <p:spPr/>
        <p:txBody>
          <a:bodyPr vert="horz" wrap="square" anchor="ctr"/>
          <a:lstStyle/>
          <a:p>
            <a:pPr lvl="0"/>
            <a:endParaRPr lang="zh-CN" altLang="en-US" dirty="0">
              <a:solidFill>
                <a:schemeClr val="bg2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95605" y="2348865"/>
            <a:ext cx="863663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/>
              <a:t> </a:t>
            </a:r>
            <a:endParaRPr lang="zh-CN" altLang="en-US" sz="3200"/>
          </a:p>
        </p:txBody>
      </p:sp>
      <p:pic>
        <p:nvPicPr>
          <p:cNvPr id="4" name="图片 3" descr="478732640399484416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065" y="12065"/>
            <a:ext cx="9118600" cy="6847840"/>
          </a:xfrm>
          <a:prstGeom prst="rect">
            <a:avLst/>
          </a:prstGeom>
        </p:spPr>
      </p:pic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re 1"/>
          <p:cNvSpPr>
            <a:spLocks noGrp="1"/>
          </p:cNvSpPr>
          <p:nvPr>
            <p:ph type="title"/>
          </p:nvPr>
        </p:nvSpPr>
        <p:spPr/>
        <p:txBody>
          <a:bodyPr vert="horz" wrap="square" anchor="ctr"/>
          <a:lstStyle/>
          <a:p>
            <a:pPr lvl="0"/>
            <a:r>
              <a:rPr lang="zh-CN" altLang="en-US" dirty="0">
                <a:solidFill>
                  <a:srgbClr val="FFFF00"/>
                </a:solidFill>
                <a:sym typeface="+mn-ea"/>
              </a:rPr>
              <a:t>宗教届的征兆</a:t>
            </a:r>
            <a:endParaRPr lang="zh-CN" altLang="en-US" dirty="0">
              <a:solidFill>
                <a:srgbClr val="FFFF00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95605" y="2348865"/>
            <a:ext cx="863663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/>
              <a:t> </a:t>
            </a:r>
            <a:endParaRPr lang="zh-CN" altLang="en-US" sz="3200"/>
          </a:p>
        </p:txBody>
      </p:sp>
      <p:pic>
        <p:nvPicPr>
          <p:cNvPr id="4" name="图片 3" descr="u=2008497881,1223521032&amp;fm=21&amp;gp=0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0010" y="1412875"/>
            <a:ext cx="9063990" cy="5551805"/>
          </a:xfrm>
          <a:prstGeom prst="rect">
            <a:avLst/>
          </a:prstGeom>
        </p:spPr>
      </p:pic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re 1"/>
          <p:cNvSpPr>
            <a:spLocks noGrp="1"/>
          </p:cNvSpPr>
          <p:nvPr>
            <p:ph type="title"/>
          </p:nvPr>
        </p:nvSpPr>
        <p:spPr>
          <a:xfrm>
            <a:off x="457200" y="276225"/>
            <a:ext cx="8229600" cy="621665"/>
          </a:xfrm>
        </p:spPr>
        <p:txBody>
          <a:bodyPr vert="horz" wrap="square" anchor="ctr"/>
          <a:lstStyle/>
          <a:p>
            <a:pPr lvl="0"/>
            <a:endParaRPr lang="zh-CN" altLang="en-US" dirty="0">
              <a:solidFill>
                <a:schemeClr val="bg2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95605" y="2348865"/>
            <a:ext cx="863663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/>
              <a:t> </a:t>
            </a:r>
            <a:endParaRPr lang="zh-CN" altLang="en-US" sz="3200"/>
          </a:p>
        </p:txBody>
      </p:sp>
      <p:pic>
        <p:nvPicPr>
          <p:cNvPr id="2" name="图片 1" descr="1911778041918799200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70" y="1905"/>
            <a:ext cx="9196705" cy="6847840"/>
          </a:xfrm>
          <a:prstGeom prst="rect">
            <a:avLst/>
          </a:prstGeom>
        </p:spPr>
      </p:pic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re 1"/>
          <p:cNvSpPr>
            <a:spLocks noGrp="1"/>
          </p:cNvSpPr>
          <p:nvPr>
            <p:ph type="title"/>
          </p:nvPr>
        </p:nvSpPr>
        <p:spPr/>
        <p:txBody>
          <a:bodyPr vert="horz" wrap="square" anchor="ctr"/>
          <a:lstStyle/>
          <a:p>
            <a:pPr lvl="0"/>
            <a:endParaRPr lang="zh-CN" altLang="en-US" dirty="0">
              <a:solidFill>
                <a:schemeClr val="bg2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95605" y="2348865"/>
            <a:ext cx="863663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/>
              <a:t> </a:t>
            </a:r>
            <a:endParaRPr lang="zh-CN" altLang="en-US" sz="3200"/>
          </a:p>
        </p:txBody>
      </p:sp>
      <p:pic>
        <p:nvPicPr>
          <p:cNvPr id="2" name="图片 1" descr="659727647484343906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36830" y="45085"/>
            <a:ext cx="9145270" cy="6853555"/>
          </a:xfrm>
          <a:prstGeom prst="rect">
            <a:avLst/>
          </a:prstGeom>
        </p:spPr>
      </p:pic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re 1"/>
          <p:cNvSpPr>
            <a:spLocks noGrp="1"/>
          </p:cNvSpPr>
          <p:nvPr>
            <p:ph type="title"/>
          </p:nvPr>
        </p:nvSpPr>
        <p:spPr>
          <a:xfrm>
            <a:off x="2143125" y="274638"/>
            <a:ext cx="6543675" cy="1143000"/>
          </a:xfrm>
        </p:spPr>
        <p:txBody>
          <a:bodyPr vert="horz" wrap="square" anchor="ctr"/>
          <a:lstStyle/>
          <a:p>
            <a:pPr lvl="0" algn="l"/>
            <a:r>
              <a:rPr lang="en-US" altLang="zh-CN" dirty="0"/>
              <a:t>        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十个童女的比喻</a:t>
            </a:r>
            <a:endParaRPr lang="zh-CN" altLang="en-US" dirty="0">
              <a:solidFill>
                <a:srgbClr val="FF0000"/>
              </a:solidFill>
              <a:sym typeface="+mn-ea"/>
            </a:endParaRPr>
          </a:p>
        </p:txBody>
      </p:sp>
      <p:pic>
        <p:nvPicPr>
          <p:cNvPr id="2" name="内容占位符 1" descr="proxy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771775" y="1196340"/>
            <a:ext cx="5252085" cy="5636260"/>
          </a:xfrm>
          <a:prstGeom prst="rect">
            <a:avLst/>
          </a:prstGeom>
        </p:spPr>
      </p:pic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re 1"/>
          <p:cNvSpPr>
            <a:spLocks noGrp="1"/>
          </p:cNvSpPr>
          <p:nvPr>
            <p:ph type="title"/>
          </p:nvPr>
        </p:nvSpPr>
        <p:spPr>
          <a:xfrm>
            <a:off x="2143125" y="274638"/>
            <a:ext cx="6543675" cy="1143000"/>
          </a:xfrm>
        </p:spPr>
        <p:txBody>
          <a:bodyPr vert="horz" wrap="square" anchor="ctr"/>
          <a:lstStyle/>
          <a:p>
            <a:pPr lvl="0" algn="l"/>
            <a:r>
              <a:rPr lang="en-US" altLang="zh-CN" dirty="0"/>
              <a:t>        </a:t>
            </a:r>
            <a:r>
              <a:rPr lang="zh-CN" altLang="en-US" dirty="0">
                <a:solidFill>
                  <a:srgbClr val="FF0000"/>
                </a:solidFill>
              </a:rPr>
              <a:t>按才干受托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的比喻</a:t>
            </a:r>
            <a:endParaRPr lang="zh-CN" altLang="en-US" dirty="0">
              <a:solidFill>
                <a:srgbClr val="FF0000"/>
              </a:solidFill>
              <a:sym typeface="+mn-ea"/>
            </a:endParaRPr>
          </a:p>
        </p:txBody>
      </p:sp>
      <p:pic>
        <p:nvPicPr>
          <p:cNvPr id="3" name="图片 2" descr="003PHbZtgy6JIBAFhyx79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39975" y="1341120"/>
            <a:ext cx="6684010" cy="5464175"/>
          </a:xfrm>
          <a:prstGeom prst="rect">
            <a:avLst/>
          </a:prstGeom>
        </p:spPr>
      </p:pic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re 1"/>
          <p:cNvSpPr>
            <a:spLocks noGrp="1"/>
          </p:cNvSpPr>
          <p:nvPr>
            <p:ph type="title"/>
          </p:nvPr>
        </p:nvSpPr>
        <p:spPr>
          <a:xfrm>
            <a:off x="2143125" y="274638"/>
            <a:ext cx="6543675" cy="1143000"/>
          </a:xfrm>
        </p:spPr>
        <p:txBody>
          <a:bodyPr vert="horz" wrap="square" anchor="ctr"/>
          <a:lstStyle/>
          <a:p>
            <a:pPr lvl="0" algn="l"/>
            <a:r>
              <a:rPr lang="en-US" altLang="zh-CN" dirty="0"/>
              <a:t>     </a:t>
            </a:r>
            <a:r>
              <a:rPr lang="en-US" altLang="zh-CN" dirty="0">
                <a:sym typeface="+mn-ea"/>
              </a:rPr>
              <a:t> 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绵羊山羊分开的比喻</a:t>
            </a:r>
            <a:endParaRPr lang="zh-CN" altLang="en-US" dirty="0">
              <a:solidFill>
                <a:srgbClr val="FF0000"/>
              </a:solidFill>
              <a:sym typeface="+mn-ea"/>
            </a:endParaRPr>
          </a:p>
        </p:txBody>
      </p:sp>
      <p:pic>
        <p:nvPicPr>
          <p:cNvPr id="3" name="图片 2" descr="4d1c807et5b0fd9ac2bf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84120" y="1268730"/>
            <a:ext cx="6129020" cy="5584190"/>
          </a:xfrm>
          <a:prstGeom prst="rect">
            <a:avLst/>
          </a:prstGeom>
        </p:spPr>
      </p:pic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re 1"/>
          <p:cNvSpPr>
            <a:spLocks noGrp="1"/>
          </p:cNvSpPr>
          <p:nvPr>
            <p:ph type="title"/>
          </p:nvPr>
        </p:nvSpPr>
        <p:spPr/>
        <p:txBody>
          <a:bodyPr vert="horz" wrap="square" anchor="ctr"/>
          <a:lstStyle/>
          <a:p>
            <a:pPr lvl="0"/>
            <a:r>
              <a:rPr lang="zh-CN" altLang="en-US" dirty="0">
                <a:solidFill>
                  <a:srgbClr val="00B050"/>
                </a:solidFill>
                <a:sym typeface="+mn-ea"/>
              </a:rPr>
              <a:t>耶稣称赞奉献两个小钱的寡妇</a:t>
            </a:r>
            <a:endParaRPr lang="zh-CN" altLang="en-US" dirty="0">
              <a:solidFill>
                <a:srgbClr val="00B050"/>
              </a:solidFill>
              <a:sym typeface="+mn-ea"/>
            </a:endParaRPr>
          </a:p>
        </p:txBody>
      </p:sp>
      <p:sp>
        <p:nvSpPr>
          <p:cNvPr id="6147" name="Espace réservé du contenu 2"/>
          <p:cNvSpPr>
            <a:spLocks noGrp="1"/>
          </p:cNvSpPr>
          <p:nvPr>
            <p:ph idx="1"/>
          </p:nvPr>
        </p:nvSpPr>
        <p:spPr>
          <a:xfrm>
            <a:off x="467995" y="1484630"/>
            <a:ext cx="8229600" cy="4197350"/>
          </a:xfrm>
        </p:spPr>
        <p:txBody>
          <a:bodyPr vert="horz" wrap="square" anchor="t"/>
          <a:lstStyle/>
          <a:p>
            <a:pPr lvl="0"/>
            <a:endParaRPr lang="en-US" altLang="zh-CN"/>
          </a:p>
          <a:p>
            <a:pPr lvl="0"/>
            <a:endParaRPr lang="en-US" altLang="zh-CN"/>
          </a:p>
        </p:txBody>
      </p:sp>
      <p:pic>
        <p:nvPicPr>
          <p:cNvPr id="3" name="图片 2" descr="67109c66gbc09a8722dcc&amp;690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635" y="1415415"/>
            <a:ext cx="9108440" cy="5445760"/>
          </a:xfrm>
          <a:prstGeom prst="rect">
            <a:avLst/>
          </a:prstGeom>
        </p:spPr>
      </p:pic>
    </p:spTree>
  </p:cSld>
  <p:clrMapOvr>
    <a:masterClrMapping/>
  </p:clrMapOvr>
  <p:transition>
    <p:wheel spokes="3"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re 1"/>
          <p:cNvSpPr>
            <a:spLocks noGrp="1"/>
          </p:cNvSpPr>
          <p:nvPr>
            <p:ph type="title"/>
          </p:nvPr>
        </p:nvSpPr>
        <p:spPr/>
        <p:txBody>
          <a:bodyPr vert="horz" wrap="square" anchor="ctr"/>
          <a:lstStyle/>
          <a:p>
            <a:pPr lvl="0"/>
            <a:r>
              <a:rPr lang="en-US" altLang="zh-CN">
                <a:solidFill>
                  <a:srgbClr val="00B050"/>
                </a:solidFill>
                <a:sym typeface="+mn-ea"/>
              </a:rPr>
              <a:t>     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第四日  静修日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  </a:t>
            </a:r>
            <a:endParaRPr lang="en-US" altLang="zh-CN" dirty="0">
              <a:solidFill>
                <a:srgbClr val="00B050"/>
              </a:solidFill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2051685" y="1916430"/>
            <a:ext cx="5077460" cy="2529840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square">
            <a:spAutoFit/>
          </a:bodyPr>
          <a:lstStyle/>
          <a:p>
            <a:pPr marL="0" indent="0" algn="l"/>
            <a:r>
              <a:rPr lang="zh-CN" altLang="en-US" sz="4000" b="0" u="none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耶稣灵修 支取能力</a:t>
            </a:r>
            <a:endParaRPr lang="zh-CN" altLang="en-US" sz="4000" b="0" u="none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/>
            <a:endParaRPr lang="zh-CN" altLang="en-US" sz="4000" b="0" u="none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/>
            <a:endParaRPr lang="zh-CN" altLang="en-US" sz="4000" b="0" u="none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/>
            <a:endParaRPr lang="zh-CN" altLang="en-US" sz="4000" b="0" u="none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" name="图片 1" descr="79dea58bgd98a2b78474f&amp;690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9750" y="2564765"/>
            <a:ext cx="4159250" cy="4117975"/>
          </a:xfrm>
          <a:prstGeom prst="rect">
            <a:avLst/>
          </a:prstGeom>
        </p:spPr>
      </p:pic>
      <p:pic>
        <p:nvPicPr>
          <p:cNvPr id="3" name="图片 2" descr="48a040273104fa806c90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644390" y="2564765"/>
            <a:ext cx="4136390" cy="4102100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re 1"/>
          <p:cNvSpPr>
            <a:spLocks noGrp="1"/>
          </p:cNvSpPr>
          <p:nvPr>
            <p:ph type="title"/>
          </p:nvPr>
        </p:nvSpPr>
        <p:spPr/>
        <p:txBody>
          <a:bodyPr vert="horz" wrap="square" anchor="ctr"/>
          <a:lstStyle/>
          <a:p>
            <a:pPr lvl="0"/>
            <a:r>
              <a:rPr lang="zh-CN" altLang="en-US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犹大计划卖主</a:t>
            </a:r>
            <a:endParaRPr lang="en-US" altLang="zh-CN" dirty="0">
              <a:solidFill>
                <a:srgbClr val="00B050"/>
              </a:solidFill>
              <a:sym typeface="+mn-ea"/>
            </a:endParaRPr>
          </a:p>
        </p:txBody>
      </p:sp>
      <p:sp>
        <p:nvSpPr>
          <p:cNvPr id="6147" name="Espace réservé du contenu 2"/>
          <p:cNvSpPr>
            <a:spLocks noGrp="1"/>
          </p:cNvSpPr>
          <p:nvPr>
            <p:ph idx="1"/>
          </p:nvPr>
        </p:nvSpPr>
        <p:spPr>
          <a:xfrm>
            <a:off x="467995" y="1910715"/>
            <a:ext cx="8229600" cy="4633595"/>
          </a:xfrm>
        </p:spPr>
        <p:txBody>
          <a:bodyPr vert="horz" wrap="square" anchor="t"/>
          <a:lstStyle/>
          <a:p>
            <a:pPr lvl="0"/>
            <a:r>
              <a:rPr lang="en-US" altLang="zh-CN"/>
              <a:t>除酵节（又名逾越节）近了。祭司长和文士想法子怎么才能杀害耶稣，是因他们惧怕百姓。这时，撒但入了那称为加略人犹大的心；他本是十二门徒里的一个。他去和祭司长并守殿官商量，怎么可以把耶稣交给他们。他们欢喜，就约定给他银子。他应允了，就找机会，要趁众人不在跟前的时候把耶稣交给他们。 </a:t>
            </a:r>
            <a:endParaRPr lang="en-US" altLang="zh-CN"/>
          </a:p>
          <a:p>
            <a:pPr lvl="0"/>
            <a:r>
              <a:rPr lang="en-US" altLang="zh-CN"/>
              <a:t>                         (路加福音 22:1-6 和合本)</a:t>
            </a:r>
            <a:endParaRPr lang="en-US" altLang="zh-CN"/>
          </a:p>
          <a:p>
            <a:pPr lvl="0"/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6228715" y="1484630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>
    <p:plus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re 1"/>
          <p:cNvSpPr>
            <a:spLocks noGrp="1"/>
          </p:cNvSpPr>
          <p:nvPr>
            <p:ph type="title"/>
          </p:nvPr>
        </p:nvSpPr>
        <p:spPr/>
        <p:txBody>
          <a:bodyPr vert="horz" wrap="square" anchor="ctr"/>
          <a:lstStyle/>
          <a:p>
            <a:pPr lvl="0"/>
            <a:r>
              <a:rPr lang="zh-CN" altLang="en-US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犹大计划卖主</a:t>
            </a:r>
            <a:endParaRPr lang="zh-CN" altLang="en-US" dirty="0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6147" name="Espace réservé du contenu 2"/>
          <p:cNvSpPr>
            <a:spLocks noGrp="1"/>
          </p:cNvSpPr>
          <p:nvPr>
            <p:ph idx="1"/>
          </p:nvPr>
        </p:nvSpPr>
        <p:spPr>
          <a:xfrm>
            <a:off x="467995" y="2204720"/>
            <a:ext cx="8229600" cy="4197350"/>
          </a:xfrm>
        </p:spPr>
        <p:txBody>
          <a:bodyPr vert="horz" wrap="square" anchor="t"/>
          <a:lstStyle/>
          <a:p>
            <a:pPr lvl="0"/>
            <a:endParaRPr lang="en-US" altLang="zh-CN"/>
          </a:p>
          <a:p>
            <a:pPr lvl="0"/>
            <a:endParaRPr lang="en-US" altLang="zh-CN"/>
          </a:p>
        </p:txBody>
      </p:sp>
      <p:pic>
        <p:nvPicPr>
          <p:cNvPr id="2" name="图片 1" descr="u=708166506,171041423&amp;fm=21&amp;gp=0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412875"/>
            <a:ext cx="5024120" cy="5440045"/>
          </a:xfrm>
          <a:prstGeom prst="rect">
            <a:avLst/>
          </a:prstGeom>
        </p:spPr>
      </p:pic>
      <p:pic>
        <p:nvPicPr>
          <p:cNvPr id="3" name="图片 2" descr="005F7eHlgw1evr8jec8lqj30hs0dcta0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004435" y="1412875"/>
            <a:ext cx="4118610" cy="5444490"/>
          </a:xfrm>
          <a:prstGeom prst="rect">
            <a:avLst/>
          </a:prstGeom>
        </p:spPr>
      </p:pic>
    </p:spTree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re 1"/>
          <p:cNvSpPr>
            <a:spLocks noGrp="1"/>
          </p:cNvSpPr>
          <p:nvPr>
            <p:ph type="title"/>
          </p:nvPr>
        </p:nvSpPr>
        <p:spPr/>
        <p:txBody>
          <a:bodyPr vert="horz" wrap="square" anchor="ctr"/>
          <a:lstStyle/>
          <a:p>
            <a:pPr lvl="0"/>
            <a:r>
              <a:rPr lang="en-US" altLang="zh-CN">
                <a:solidFill>
                  <a:srgbClr val="00B050"/>
                </a:solidFill>
                <a:sym typeface="+mn-ea"/>
              </a:rPr>
              <a:t>       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第五日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周四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  团契日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</a:t>
            </a:r>
            <a:endParaRPr lang="zh-CN" altLang="en-US" dirty="0">
              <a:solidFill>
                <a:srgbClr val="00B050"/>
              </a:solidFill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07315" y="2204720"/>
            <a:ext cx="9110345" cy="4358640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square">
            <a:spAutoFit/>
          </a:bodyPr>
          <a:lstStyle/>
          <a:p>
            <a:pPr marL="0" indent="0" algn="l"/>
            <a:r>
              <a:rPr lang="zh-CN" altLang="en-US" sz="4000" b="0" u="none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耶路撒冷 耶稣与门徒吃逾越节筵席</a:t>
            </a:r>
            <a:endParaRPr lang="zh-CN" altLang="en-US" sz="4000" b="0" u="none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4000" b="0" u="none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耶路撒冷 耶稣临别的嘱咐与祷告</a:t>
            </a:r>
            <a:endParaRPr lang="en-US" altLang="zh-CN" sz="4000" b="0" u="none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/>
            <a:r>
              <a:rPr lang="zh-CN" altLang="en-US" sz="4000" b="0" u="none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耶路撒冷 耶稣预言彼得不认主</a:t>
            </a:r>
            <a:endParaRPr lang="en-US" altLang="zh-CN" sz="4000" b="0" u="none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/>
            <a:r>
              <a:rPr lang="zh-CN" altLang="en-US" sz="4000" b="0" u="none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橄榄山   耶稣与门徒在客西马尼园</a:t>
            </a:r>
            <a:endParaRPr lang="zh-CN" altLang="en-US" sz="4000" b="0" u="none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4000" b="0" u="none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橄榄山   耶稣被卖与被拿</a:t>
            </a:r>
            <a:endParaRPr lang="zh-CN" altLang="en-US" sz="4000" b="0" u="none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4000" b="0" u="none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耶路撒冷 耶稣在长官面前受审 </a:t>
            </a:r>
            <a:endParaRPr lang="zh-CN" altLang="en-US" sz="4000" b="0" u="none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/>
            <a:r>
              <a:rPr lang="zh-CN" altLang="en-US" sz="4000" b="0" u="none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彼得否认主</a:t>
            </a:r>
            <a:endParaRPr lang="zh-CN" altLang="en-US" sz="40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re 1"/>
          <p:cNvSpPr>
            <a:spLocks noGrp="1"/>
          </p:cNvSpPr>
          <p:nvPr>
            <p:ph type="title"/>
          </p:nvPr>
        </p:nvSpPr>
        <p:spPr/>
        <p:txBody>
          <a:bodyPr vert="horz" wrap="square" anchor="ctr"/>
          <a:lstStyle/>
          <a:p>
            <a:pPr lvl="0"/>
            <a:r>
              <a:rPr lang="zh-CN" altLang="en-US" dirty="0">
                <a:solidFill>
                  <a:srgbClr val="00B050"/>
                </a:solidFill>
                <a:sym typeface="+mn-ea"/>
              </a:rPr>
              <a:t>耶稣为门徒洗脚</a:t>
            </a:r>
            <a:endParaRPr lang="zh-CN" altLang="en-US" dirty="0">
              <a:solidFill>
                <a:srgbClr val="00B050"/>
              </a:solidFill>
              <a:sym typeface="+mn-ea"/>
            </a:endParaRPr>
          </a:p>
        </p:txBody>
      </p:sp>
      <p:sp>
        <p:nvSpPr>
          <p:cNvPr id="6147" name="Espace réservé du contenu 2"/>
          <p:cNvSpPr>
            <a:spLocks noGrp="1"/>
          </p:cNvSpPr>
          <p:nvPr>
            <p:ph idx="1"/>
          </p:nvPr>
        </p:nvSpPr>
        <p:spPr>
          <a:xfrm>
            <a:off x="467995" y="2204720"/>
            <a:ext cx="8229600" cy="4197350"/>
          </a:xfrm>
        </p:spPr>
        <p:txBody>
          <a:bodyPr vert="horz" wrap="square" anchor="t"/>
          <a:lstStyle/>
          <a:p>
            <a:pPr lvl="0"/>
            <a:endParaRPr lang="en-US" altLang="zh-CN"/>
          </a:p>
          <a:p>
            <a:pPr lvl="0"/>
            <a:endParaRPr lang="en-US" altLang="zh-CN"/>
          </a:p>
        </p:txBody>
      </p:sp>
      <p:pic>
        <p:nvPicPr>
          <p:cNvPr id="2" name="图片 1" descr="54db4adax794c11ab44a7&amp;690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9750" y="1556385"/>
            <a:ext cx="8094345" cy="5307330"/>
          </a:xfrm>
          <a:prstGeom prst="rect">
            <a:avLst/>
          </a:prstGeom>
        </p:spPr>
      </p:pic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re 1"/>
          <p:cNvSpPr>
            <a:spLocks noGrp="1"/>
          </p:cNvSpPr>
          <p:nvPr>
            <p:ph type="title"/>
          </p:nvPr>
        </p:nvSpPr>
        <p:spPr/>
        <p:txBody>
          <a:bodyPr vert="horz" wrap="square" anchor="ctr"/>
          <a:lstStyle/>
          <a:p>
            <a:pPr lvl="0"/>
            <a:r>
              <a:rPr lang="zh-CN" altLang="en-US" dirty="0">
                <a:solidFill>
                  <a:srgbClr val="00B050"/>
                </a:solidFill>
                <a:sym typeface="+mn-ea"/>
              </a:rPr>
              <a:t>最后的晚餐</a:t>
            </a:r>
            <a:endParaRPr lang="zh-CN" altLang="en-US" dirty="0">
              <a:solidFill>
                <a:srgbClr val="00B050"/>
              </a:solidFill>
              <a:sym typeface="+mn-ea"/>
            </a:endParaRPr>
          </a:p>
        </p:txBody>
      </p:sp>
      <p:sp>
        <p:nvSpPr>
          <p:cNvPr id="6147" name="Espace réservé du contenu 2"/>
          <p:cNvSpPr>
            <a:spLocks noGrp="1"/>
          </p:cNvSpPr>
          <p:nvPr>
            <p:ph idx="1"/>
          </p:nvPr>
        </p:nvSpPr>
        <p:spPr>
          <a:xfrm>
            <a:off x="467995" y="2204720"/>
            <a:ext cx="8229600" cy="4197350"/>
          </a:xfrm>
        </p:spPr>
        <p:txBody>
          <a:bodyPr vert="horz" wrap="square" anchor="t"/>
          <a:lstStyle/>
          <a:p>
            <a:pPr lvl="0"/>
            <a:endParaRPr lang="en-US" altLang="zh-CN"/>
          </a:p>
          <a:p>
            <a:pPr lvl="0"/>
            <a:endParaRPr lang="en-US" altLang="zh-CN"/>
          </a:p>
        </p:txBody>
      </p:sp>
      <p:pic>
        <p:nvPicPr>
          <p:cNvPr id="3" name="图片 2" descr="14300000937882128764639947737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1233805"/>
            <a:ext cx="9096375" cy="5617845"/>
          </a:xfrm>
          <a:prstGeom prst="rect">
            <a:avLst/>
          </a:prstGeom>
        </p:spPr>
      </p:pic>
    </p:spTree>
  </p:cSld>
  <p:clrMapOvr>
    <a:masterClrMapping/>
  </p:clrMapOvr>
  <p:transition>
    <p:plus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re 1"/>
          <p:cNvSpPr>
            <a:spLocks noGrp="1"/>
          </p:cNvSpPr>
          <p:nvPr>
            <p:ph type="title"/>
          </p:nvPr>
        </p:nvSpPr>
        <p:spPr>
          <a:xfrm>
            <a:off x="2555875" y="44133"/>
            <a:ext cx="6543675" cy="1143000"/>
          </a:xfrm>
        </p:spPr>
        <p:txBody>
          <a:bodyPr vert="horz" wrap="square" anchor="ctr"/>
          <a:lstStyle/>
          <a:p>
            <a:pPr lvl="0" algn="l"/>
            <a:r>
              <a:rPr lang="en-US" altLang="zh-CN" dirty="0">
                <a:solidFill>
                  <a:srgbClr val="00B050"/>
                </a:solidFill>
              </a:rPr>
              <a:t>  </a:t>
            </a:r>
            <a:r>
              <a:rPr lang="zh-CN" altLang="en-US" dirty="0">
                <a:solidFill>
                  <a:srgbClr val="00B050"/>
                </a:solidFill>
                <a:sym typeface="+mn-ea"/>
              </a:rPr>
              <a:t>主耶稣   设立圣餐</a:t>
            </a:r>
            <a:endParaRPr lang="zh-CN" altLang="en-US" dirty="0">
              <a:solidFill>
                <a:srgbClr val="00B050"/>
              </a:solidFill>
            </a:endParaRPr>
          </a:p>
        </p:txBody>
      </p:sp>
      <p:pic>
        <p:nvPicPr>
          <p:cNvPr id="3" name="图片 2" descr="659719401147120337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6985" y="1191895"/>
            <a:ext cx="9138285" cy="5661025"/>
          </a:xfrm>
          <a:prstGeom prst="rect">
            <a:avLst/>
          </a:prstGeom>
        </p:spPr>
      </p:pic>
    </p:spTree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re 1"/>
          <p:cNvSpPr>
            <a:spLocks noGrp="1"/>
          </p:cNvSpPr>
          <p:nvPr>
            <p:ph type="title"/>
          </p:nvPr>
        </p:nvSpPr>
        <p:spPr>
          <a:xfrm>
            <a:off x="2555875" y="44133"/>
            <a:ext cx="6543675" cy="1143000"/>
          </a:xfrm>
        </p:spPr>
        <p:txBody>
          <a:bodyPr vert="horz" wrap="square" anchor="ctr"/>
          <a:lstStyle/>
          <a:p>
            <a:pPr lvl="0" algn="l"/>
            <a:r>
              <a:rPr lang="en-US" altLang="zh-CN" dirty="0">
                <a:solidFill>
                  <a:srgbClr val="00B050"/>
                </a:solidFill>
              </a:rPr>
              <a:t>       </a:t>
            </a:r>
            <a:r>
              <a:rPr lang="zh-CN" altLang="en-US" dirty="0">
                <a:solidFill>
                  <a:srgbClr val="00B050"/>
                </a:solidFill>
              </a:rPr>
              <a:t>圣   餐</a:t>
            </a:r>
            <a:endParaRPr lang="zh-CN" altLang="en-US" dirty="0">
              <a:solidFill>
                <a:srgbClr val="00B050"/>
              </a:solidFill>
            </a:endParaRPr>
          </a:p>
        </p:txBody>
      </p:sp>
      <p:pic>
        <p:nvPicPr>
          <p:cNvPr id="4" name="图片 3" descr="bki-20140625053114-558134570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62605" y="1053465"/>
            <a:ext cx="2750185" cy="2856865"/>
          </a:xfrm>
          <a:prstGeom prst="rect">
            <a:avLst/>
          </a:prstGeom>
        </p:spPr>
      </p:pic>
      <p:pic>
        <p:nvPicPr>
          <p:cNvPr id="5" name="图片 4" descr="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96280" y="4112260"/>
            <a:ext cx="3147060" cy="2764790"/>
          </a:xfrm>
          <a:prstGeom prst="rect">
            <a:avLst/>
          </a:prstGeom>
        </p:spPr>
      </p:pic>
      <p:pic>
        <p:nvPicPr>
          <p:cNvPr id="6" name="图片 5" descr="u=2298809317,1519301375&amp;fm=21&amp;gp=0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5560" y="3860800"/>
            <a:ext cx="3038475" cy="3009265"/>
          </a:xfrm>
          <a:prstGeom prst="rect">
            <a:avLst/>
          </a:prstGeom>
        </p:spPr>
      </p:pic>
      <p:pic>
        <p:nvPicPr>
          <p:cNvPr id="8" name="图片 7" descr="u=1219164439,1998584816&amp;fm=21&amp;gp=0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348355" y="4148455"/>
            <a:ext cx="2115185" cy="2425065"/>
          </a:xfrm>
          <a:prstGeom prst="rect">
            <a:avLst/>
          </a:prstGeom>
        </p:spPr>
      </p:pic>
      <p:pic>
        <p:nvPicPr>
          <p:cNvPr id="10" name="图片 9" descr="k18301285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796280" y="1052195"/>
            <a:ext cx="2867660" cy="2999740"/>
          </a:xfrm>
          <a:prstGeom prst="rect">
            <a:avLst/>
          </a:prstGeom>
        </p:spPr>
      </p:pic>
      <p:pic>
        <p:nvPicPr>
          <p:cNvPr id="11" name="图片 10" descr="pns909027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1435" y="1052830"/>
            <a:ext cx="3177540" cy="2826385"/>
          </a:xfrm>
          <a:prstGeom prst="rect">
            <a:avLst/>
          </a:prstGeom>
        </p:spPr>
      </p:pic>
    </p:spTree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re 1"/>
          <p:cNvSpPr>
            <a:spLocks noGrp="1"/>
          </p:cNvSpPr>
          <p:nvPr>
            <p:ph type="title"/>
          </p:nvPr>
        </p:nvSpPr>
        <p:spPr>
          <a:xfrm>
            <a:off x="2143125" y="274638"/>
            <a:ext cx="6543675" cy="1143000"/>
          </a:xfrm>
        </p:spPr>
        <p:txBody>
          <a:bodyPr vert="horz" wrap="square" anchor="ctr"/>
          <a:lstStyle/>
          <a:p>
            <a:pPr lvl="0" algn="l"/>
            <a:r>
              <a:rPr lang="en-US" altLang="zh-CN" dirty="0">
                <a:solidFill>
                  <a:srgbClr val="00B050"/>
                </a:solidFill>
              </a:rPr>
              <a:t>        </a:t>
            </a:r>
            <a:r>
              <a:rPr lang="zh-CN" altLang="en-US" dirty="0">
                <a:solidFill>
                  <a:srgbClr val="00B050"/>
                </a:solidFill>
              </a:rPr>
              <a:t>客西马尼园的祷告</a:t>
            </a:r>
            <a:endParaRPr lang="zh-CN" altLang="en-US" dirty="0">
              <a:solidFill>
                <a:srgbClr val="00B050"/>
              </a:solidFill>
            </a:endParaRPr>
          </a:p>
        </p:txBody>
      </p:sp>
      <p:pic>
        <p:nvPicPr>
          <p:cNvPr id="2" name="内容占位符 1" descr="870883577944875489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8895" y="1205230"/>
            <a:ext cx="9096375" cy="5620385"/>
          </a:xfrm>
          <a:prstGeom prst="rect">
            <a:avLst/>
          </a:prstGeom>
        </p:spPr>
      </p:pic>
    </p:spTree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re 1"/>
          <p:cNvSpPr>
            <a:spLocks noGrp="1"/>
          </p:cNvSpPr>
          <p:nvPr>
            <p:ph type="title"/>
          </p:nvPr>
        </p:nvSpPr>
        <p:spPr>
          <a:xfrm>
            <a:off x="2143125" y="274638"/>
            <a:ext cx="6543675" cy="1143000"/>
          </a:xfrm>
        </p:spPr>
        <p:txBody>
          <a:bodyPr vert="horz" wrap="square" anchor="ctr"/>
          <a:lstStyle/>
          <a:p>
            <a:pPr lvl="0" algn="l"/>
            <a:r>
              <a:rPr lang="en-US" altLang="zh-CN" dirty="0">
                <a:solidFill>
                  <a:srgbClr val="00B050"/>
                </a:solidFill>
              </a:rPr>
              <a:t>        </a:t>
            </a:r>
            <a:r>
              <a:rPr lang="zh-CN" altLang="en-US" dirty="0">
                <a:solidFill>
                  <a:srgbClr val="00B050"/>
                </a:solidFill>
              </a:rPr>
              <a:t>客西马尼园的祷告</a:t>
            </a:r>
            <a:endParaRPr lang="zh-CN" altLang="en-US" dirty="0">
              <a:solidFill>
                <a:srgbClr val="00B050"/>
              </a:solidFill>
            </a:endParaRPr>
          </a:p>
        </p:txBody>
      </p:sp>
      <p:pic>
        <p:nvPicPr>
          <p:cNvPr id="2" name="内容占位符 1" descr="870883577944875489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8895" y="1205230"/>
            <a:ext cx="9096375" cy="5620385"/>
          </a:xfrm>
          <a:prstGeom prst="rect">
            <a:avLst/>
          </a:prstGeom>
        </p:spPr>
      </p:pic>
      <p:pic>
        <p:nvPicPr>
          <p:cNvPr id="3" name="图片 2" descr="003l1NwGgy6TUF6mEOOfe&amp;690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5560" y="1196340"/>
            <a:ext cx="5253990" cy="5627370"/>
          </a:xfrm>
          <a:prstGeom prst="rect">
            <a:avLst/>
          </a:prstGeom>
        </p:spPr>
      </p:pic>
      <p:pic>
        <p:nvPicPr>
          <p:cNvPr id="4" name="图片 3" descr="1-1509150KH9D1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1196340"/>
            <a:ext cx="9133840" cy="5672455"/>
          </a:xfrm>
          <a:prstGeom prst="rect">
            <a:avLst/>
          </a:prstGeom>
        </p:spPr>
      </p:pic>
    </p:spTree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re 1"/>
          <p:cNvSpPr>
            <a:spLocks noGrp="1"/>
          </p:cNvSpPr>
          <p:nvPr>
            <p:ph type="title"/>
          </p:nvPr>
        </p:nvSpPr>
        <p:spPr>
          <a:xfrm>
            <a:off x="2143125" y="274638"/>
            <a:ext cx="6543675" cy="1143000"/>
          </a:xfrm>
        </p:spPr>
        <p:txBody>
          <a:bodyPr vert="horz" wrap="square" anchor="ctr"/>
          <a:lstStyle/>
          <a:p>
            <a:pPr lvl="0" algn="l"/>
            <a:r>
              <a:rPr lang="en-US" altLang="zh-CN" dirty="0">
                <a:solidFill>
                  <a:srgbClr val="00B050"/>
                </a:solidFill>
              </a:rPr>
              <a:t>  </a:t>
            </a:r>
            <a:r>
              <a:rPr lang="zh-CN" altLang="en-US" dirty="0">
                <a:solidFill>
                  <a:srgbClr val="00B050"/>
                </a:solidFill>
              </a:rPr>
              <a:t>耶稣在祷告  门徒睡着了</a:t>
            </a:r>
            <a:endParaRPr lang="zh-CN" altLang="en-US" dirty="0">
              <a:solidFill>
                <a:srgbClr val="00B050"/>
              </a:solidFill>
            </a:endParaRPr>
          </a:p>
        </p:txBody>
      </p:sp>
      <p:pic>
        <p:nvPicPr>
          <p:cNvPr id="4" name="图片 3" descr="95ab31f0td0753e54ea1d&amp;690"/>
          <p:cNvPicPr>
            <a:picLocks noChangeAspect="1"/>
          </p:cNvPicPr>
          <p:nvPr/>
        </p:nvPicPr>
        <p:blipFill>
          <a:blip r:embed="rId2" cstate="print"/>
          <a:srcRect l="986" r="-1955" b="14270"/>
          <a:stretch>
            <a:fillRect/>
          </a:stretch>
        </p:blipFill>
        <p:spPr>
          <a:xfrm>
            <a:off x="0" y="1196340"/>
            <a:ext cx="9360535" cy="5662930"/>
          </a:xfrm>
          <a:prstGeom prst="rect">
            <a:avLst/>
          </a:prstGeom>
        </p:spPr>
      </p:pic>
    </p:spTree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re 1"/>
          <p:cNvSpPr>
            <a:spLocks noGrp="1"/>
          </p:cNvSpPr>
          <p:nvPr>
            <p:ph type="title"/>
          </p:nvPr>
        </p:nvSpPr>
        <p:spPr/>
        <p:txBody>
          <a:bodyPr vert="horz" wrap="square" anchor="ctr"/>
          <a:lstStyle/>
          <a:p>
            <a:pPr lvl="0"/>
            <a:r>
              <a:rPr lang="zh-CN" altLang="en-US" dirty="0">
                <a:solidFill>
                  <a:srgbClr val="00B050"/>
                </a:solidFill>
                <a:sym typeface="+mn-ea"/>
              </a:rPr>
              <a:t>犹大之吻  耶稣被卖</a:t>
            </a:r>
            <a:endParaRPr lang="zh-CN" altLang="en-US" dirty="0">
              <a:solidFill>
                <a:srgbClr val="00B050"/>
              </a:solidFill>
              <a:sym typeface="+mn-ea"/>
            </a:endParaRPr>
          </a:p>
        </p:txBody>
      </p:sp>
      <p:sp>
        <p:nvSpPr>
          <p:cNvPr id="6147" name="Espace réservé du contenu 2"/>
          <p:cNvSpPr>
            <a:spLocks noGrp="1"/>
          </p:cNvSpPr>
          <p:nvPr>
            <p:ph idx="1"/>
          </p:nvPr>
        </p:nvSpPr>
        <p:spPr>
          <a:xfrm>
            <a:off x="467995" y="2204720"/>
            <a:ext cx="8229600" cy="4197350"/>
          </a:xfrm>
        </p:spPr>
        <p:txBody>
          <a:bodyPr vert="horz" wrap="square" anchor="t"/>
          <a:lstStyle/>
          <a:p>
            <a:pPr lvl="0"/>
            <a:endParaRPr lang="en-US" altLang="zh-CN"/>
          </a:p>
          <a:p>
            <a:pPr lvl="0"/>
            <a:endParaRPr lang="en-US" altLang="zh-CN"/>
          </a:p>
        </p:txBody>
      </p:sp>
      <p:pic>
        <p:nvPicPr>
          <p:cNvPr id="2" name="图片 1" descr="1154610354484095640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560" y="1340485"/>
            <a:ext cx="9088120" cy="5480050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re 1"/>
          <p:cNvSpPr>
            <a:spLocks noGrp="1"/>
          </p:cNvSpPr>
          <p:nvPr>
            <p:ph type="title"/>
          </p:nvPr>
        </p:nvSpPr>
        <p:spPr/>
        <p:txBody>
          <a:bodyPr vert="horz" wrap="square" anchor="ctr"/>
          <a:lstStyle/>
          <a:p>
            <a:pPr lvl="0"/>
            <a:r>
              <a:rPr lang="zh-CN" altLang="en-US" dirty="0">
                <a:solidFill>
                  <a:srgbClr val="00B050"/>
                </a:solidFill>
                <a:sym typeface="+mn-ea"/>
              </a:rPr>
              <a:t>耶稣受审</a:t>
            </a:r>
            <a:endParaRPr lang="zh-CN" altLang="en-US" dirty="0">
              <a:solidFill>
                <a:srgbClr val="00B050"/>
              </a:solidFill>
              <a:sym typeface="+mn-ea"/>
            </a:endParaRPr>
          </a:p>
        </p:txBody>
      </p:sp>
      <p:sp>
        <p:nvSpPr>
          <p:cNvPr id="6147" name="Espace réservé du contenu 2"/>
          <p:cNvSpPr>
            <a:spLocks noGrp="1"/>
          </p:cNvSpPr>
          <p:nvPr>
            <p:ph idx="1"/>
          </p:nvPr>
        </p:nvSpPr>
        <p:spPr>
          <a:xfrm>
            <a:off x="467995" y="2204720"/>
            <a:ext cx="8229600" cy="4197350"/>
          </a:xfrm>
        </p:spPr>
        <p:txBody>
          <a:bodyPr vert="horz" wrap="square" anchor="t"/>
          <a:lstStyle/>
          <a:p>
            <a:pPr lvl="0"/>
            <a:endParaRPr lang="en-US" altLang="zh-CN"/>
          </a:p>
          <a:p>
            <a:pPr lvl="0"/>
            <a:endParaRPr lang="en-US" altLang="zh-CN"/>
          </a:p>
        </p:txBody>
      </p:sp>
      <p:pic>
        <p:nvPicPr>
          <p:cNvPr id="2" name="图片 1" descr="5129e6fch8aef3da9e300&amp;690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1590" y="1429385"/>
            <a:ext cx="9132570" cy="5456555"/>
          </a:xfrm>
          <a:prstGeom prst="rect">
            <a:avLst/>
          </a:prstGeom>
        </p:spPr>
      </p:pic>
    </p:spTree>
  </p:cSld>
  <p:clrMapOvr>
    <a:masterClrMapping/>
  </p:clrMapOvr>
  <p:transition>
    <p:comb dir="vert"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re 1"/>
          <p:cNvSpPr>
            <a:spLocks noGrp="1"/>
          </p:cNvSpPr>
          <p:nvPr>
            <p:ph type="title"/>
          </p:nvPr>
        </p:nvSpPr>
        <p:spPr/>
        <p:txBody>
          <a:bodyPr vert="horz" wrap="square" anchor="ctr"/>
          <a:lstStyle/>
          <a:p>
            <a:pPr lvl="0"/>
            <a:r>
              <a:rPr lang="en-US" altLang="zh-CN">
                <a:solidFill>
                  <a:srgbClr val="00B050"/>
                </a:solidFill>
                <a:sym typeface="+mn-ea"/>
              </a:rPr>
              <a:t>        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第六日周五  受难日</a:t>
            </a:r>
            <a:endParaRPr lang="zh-CN" altLang="en-US" dirty="0">
              <a:solidFill>
                <a:srgbClr val="00B050"/>
              </a:solidFill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332230" y="2204720"/>
            <a:ext cx="7804785" cy="1310640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square">
            <a:spAutoFit/>
          </a:bodyPr>
          <a:lstStyle/>
          <a:p>
            <a:pPr marL="0" indent="0" algn="l"/>
            <a:endParaRPr lang="zh-CN" altLang="en-US" sz="4000" b="0" u="none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4000"/>
          </a:p>
        </p:txBody>
      </p:sp>
      <p:sp>
        <p:nvSpPr>
          <p:cNvPr id="2" name="文本框 1"/>
          <p:cNvSpPr txBox="1"/>
          <p:nvPr/>
        </p:nvSpPr>
        <p:spPr>
          <a:xfrm>
            <a:off x="36195" y="2178685"/>
            <a:ext cx="9129395" cy="44805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/>
              <a:t>他们就把耶稣带了去。耶稣背着自己的十字架出来，到了一个地方，名叫“髑髅地”，希伯来话叫各各他。他们就在那里钉他在十字架上，还有两个人和他一同钉着，一边一个，耶稣在中间。彼拉多又用牌子写了一个名号，安在十字架上，写的是：“犹太人的王，拿撒勒人耶稣。”有许多犹太人念这名号；因为耶稣被钉十字架的地方与城相近，并且是用希伯来、罗马、希腊三样文字写的。</a:t>
            </a:r>
            <a:endParaRPr lang="zh-CN" altLang="en-US" sz="3200"/>
          </a:p>
          <a:p>
            <a:r>
              <a:rPr lang="zh-CN" altLang="en-US" sz="3200"/>
              <a:t>                                             (约翰福音 19:17-20 和合本）</a:t>
            </a:r>
            <a:endParaRPr lang="zh-CN" altLang="en-US" sz="3200"/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re 1"/>
          <p:cNvSpPr>
            <a:spLocks noGrp="1"/>
          </p:cNvSpPr>
          <p:nvPr>
            <p:ph type="title"/>
          </p:nvPr>
        </p:nvSpPr>
        <p:spPr>
          <a:xfrm>
            <a:off x="2143125" y="274638"/>
            <a:ext cx="6543675" cy="1143000"/>
          </a:xfrm>
        </p:spPr>
        <p:txBody>
          <a:bodyPr vert="horz" wrap="square" anchor="ctr"/>
          <a:lstStyle/>
          <a:p>
            <a:pPr lvl="0" algn="l"/>
            <a:r>
              <a:rPr lang="en-US" altLang="zh-CN" dirty="0"/>
              <a:t>      </a:t>
            </a:r>
            <a:r>
              <a:rPr lang="zh-CN" altLang="en-US" dirty="0">
                <a:solidFill>
                  <a:srgbClr val="7030A0"/>
                </a:solidFill>
              </a:rPr>
              <a:t>这一天。。。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7171" name="Espace réservé du contenu 2"/>
          <p:cNvSpPr>
            <a:spLocks noGrp="1"/>
          </p:cNvSpPr>
          <p:nvPr>
            <p:ph idx="1"/>
          </p:nvPr>
        </p:nvSpPr>
        <p:spPr>
          <a:xfrm>
            <a:off x="2143760" y="2028190"/>
            <a:ext cx="6543675" cy="4098290"/>
          </a:xfrm>
        </p:spPr>
        <p:txBody>
          <a:bodyPr vert="horz" wrap="square" anchor="t"/>
          <a:lstStyle/>
          <a:p>
            <a:pPr marL="0" indent="0" algn="l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耶稣被解往巡抚彼拉多处、</a:t>
            </a:r>
            <a:endParaRPr lang="zh-CN" altLang="en-US" b="0" u="none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希律处受审</a:t>
            </a:r>
            <a:endParaRPr lang="zh-CN" altLang="en-US" b="0" u="none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/>
            <a:endParaRPr lang="en-US" altLang="zh-CN" b="0" u="none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各各他 耶稣被钉的情形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耶路撒冷城外 耶稣被埋的情形</a:t>
            </a:r>
            <a:endParaRPr lang="en-US" altLang="zh-CN"/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re 1"/>
          <p:cNvSpPr>
            <a:spLocks noGrp="1"/>
          </p:cNvSpPr>
          <p:nvPr>
            <p:ph type="title"/>
          </p:nvPr>
        </p:nvSpPr>
        <p:spPr/>
        <p:txBody>
          <a:bodyPr vert="horz" wrap="square" anchor="ctr"/>
          <a:lstStyle/>
          <a:p>
            <a:pPr lvl="0"/>
            <a:r>
              <a:rPr lang="zh-CN" altLang="en-US" dirty="0">
                <a:solidFill>
                  <a:srgbClr val="00B050"/>
                </a:solidFill>
                <a:sym typeface="+mn-ea"/>
              </a:rPr>
              <a:t>耶稣受审</a:t>
            </a:r>
            <a:endParaRPr lang="zh-CN" altLang="en-US" dirty="0">
              <a:solidFill>
                <a:srgbClr val="00B050"/>
              </a:solidFill>
              <a:sym typeface="+mn-ea"/>
            </a:endParaRPr>
          </a:p>
        </p:txBody>
      </p:sp>
      <p:sp>
        <p:nvSpPr>
          <p:cNvPr id="6147" name="Espace réservé du contenu 2"/>
          <p:cNvSpPr>
            <a:spLocks noGrp="1"/>
          </p:cNvSpPr>
          <p:nvPr>
            <p:ph idx="1"/>
          </p:nvPr>
        </p:nvSpPr>
        <p:spPr>
          <a:xfrm>
            <a:off x="467995" y="2204720"/>
            <a:ext cx="8229600" cy="4197350"/>
          </a:xfrm>
        </p:spPr>
        <p:txBody>
          <a:bodyPr vert="horz" wrap="square" anchor="t"/>
          <a:lstStyle/>
          <a:p>
            <a:pPr lvl="0"/>
            <a:endParaRPr lang="en-US" altLang="zh-CN"/>
          </a:p>
          <a:p>
            <a:pPr lvl="0"/>
            <a:endParaRPr lang="en-US" altLang="zh-CN"/>
          </a:p>
        </p:txBody>
      </p:sp>
      <p:pic>
        <p:nvPicPr>
          <p:cNvPr id="2" name="图片 1" descr="afc379310a55b31967acc7db43a98226cefc17c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6195" y="1196975"/>
            <a:ext cx="9087485" cy="5653405"/>
          </a:xfrm>
          <a:prstGeom prst="rect">
            <a:avLst/>
          </a:prstGeom>
        </p:spPr>
      </p:pic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re 1"/>
          <p:cNvSpPr>
            <a:spLocks noGrp="1"/>
          </p:cNvSpPr>
          <p:nvPr>
            <p:ph type="title"/>
          </p:nvPr>
        </p:nvSpPr>
        <p:spPr/>
        <p:txBody>
          <a:bodyPr vert="horz" wrap="square" anchor="ctr"/>
          <a:lstStyle/>
          <a:p>
            <a:pPr lvl="0"/>
            <a:r>
              <a:rPr lang="zh-CN" altLang="en-US" dirty="0">
                <a:solidFill>
                  <a:srgbClr val="00B050"/>
                </a:solidFill>
                <a:sym typeface="+mn-ea"/>
              </a:rPr>
              <a:t>释放巴拉巴 也不要耶稣</a:t>
            </a:r>
            <a:endParaRPr lang="zh-CN" altLang="en-US" dirty="0">
              <a:solidFill>
                <a:srgbClr val="00B050"/>
              </a:solidFill>
              <a:sym typeface="+mn-ea"/>
            </a:endParaRPr>
          </a:p>
        </p:txBody>
      </p:sp>
      <p:sp>
        <p:nvSpPr>
          <p:cNvPr id="6147" name="Espace réservé du contenu 2"/>
          <p:cNvSpPr>
            <a:spLocks noGrp="1"/>
          </p:cNvSpPr>
          <p:nvPr>
            <p:ph idx="1"/>
          </p:nvPr>
        </p:nvSpPr>
        <p:spPr>
          <a:xfrm>
            <a:off x="467995" y="2204720"/>
            <a:ext cx="8229600" cy="4197350"/>
          </a:xfrm>
        </p:spPr>
        <p:txBody>
          <a:bodyPr vert="horz" wrap="square" anchor="t"/>
          <a:lstStyle/>
          <a:p>
            <a:pPr lvl="0"/>
            <a:endParaRPr lang="en-US" altLang="zh-CN"/>
          </a:p>
          <a:p>
            <a:pPr lvl="0"/>
            <a:endParaRPr lang="en-US" altLang="zh-CN"/>
          </a:p>
        </p:txBody>
      </p:sp>
      <p:pic>
        <p:nvPicPr>
          <p:cNvPr id="3" name="图片 2" descr="u=2674271002,3537304981&amp;fm=21&amp;gp=0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5875" y="1343660"/>
            <a:ext cx="9079865" cy="5493385"/>
          </a:xfrm>
          <a:prstGeom prst="rect">
            <a:avLst/>
          </a:prstGeom>
        </p:spPr>
      </p:pic>
    </p:spTree>
  </p:cSld>
  <p:clrMapOvr>
    <a:masterClrMapping/>
  </p:clrMapOvr>
  <p:transition>
    <p:strips dir="ru"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re 1"/>
          <p:cNvSpPr>
            <a:spLocks noGrp="1"/>
          </p:cNvSpPr>
          <p:nvPr>
            <p:ph type="title"/>
          </p:nvPr>
        </p:nvSpPr>
        <p:spPr/>
        <p:txBody>
          <a:bodyPr vert="horz" wrap="square" anchor="ctr"/>
          <a:lstStyle/>
          <a:p>
            <a:pPr lvl="0"/>
            <a:r>
              <a:rPr lang="zh-CN" altLang="en-US" dirty="0">
                <a:solidFill>
                  <a:srgbClr val="00B050"/>
                </a:solidFill>
                <a:sym typeface="+mn-ea"/>
              </a:rPr>
              <a:t>众人喊着：</a:t>
            </a:r>
            <a:r>
              <a:rPr lang="en-US" altLang="zh-CN" dirty="0">
                <a:solidFill>
                  <a:srgbClr val="00B050"/>
                </a:solidFill>
                <a:sym typeface="+mn-ea"/>
              </a:rPr>
              <a:t>“</a:t>
            </a:r>
            <a:r>
              <a:rPr lang="zh-CN" altLang="en-US" dirty="0">
                <a:solidFill>
                  <a:srgbClr val="00B050"/>
                </a:solidFill>
                <a:sym typeface="+mn-ea"/>
              </a:rPr>
              <a:t>钉他十字架！</a:t>
            </a:r>
            <a:r>
              <a:rPr lang="en-US" altLang="zh-CN" dirty="0">
                <a:solidFill>
                  <a:srgbClr val="00B050"/>
                </a:solidFill>
                <a:sym typeface="+mn-ea"/>
              </a:rPr>
              <a:t>...”</a:t>
            </a:r>
            <a:endParaRPr lang="en-US" altLang="zh-CN" dirty="0">
              <a:solidFill>
                <a:srgbClr val="00B050"/>
              </a:solidFill>
              <a:sym typeface="+mn-ea"/>
            </a:endParaRPr>
          </a:p>
        </p:txBody>
      </p:sp>
      <p:sp>
        <p:nvSpPr>
          <p:cNvPr id="6147" name="Espace réservé du contenu 2"/>
          <p:cNvSpPr>
            <a:spLocks noGrp="1"/>
          </p:cNvSpPr>
          <p:nvPr>
            <p:ph idx="1"/>
          </p:nvPr>
        </p:nvSpPr>
        <p:spPr>
          <a:xfrm>
            <a:off x="467995" y="2204720"/>
            <a:ext cx="8229600" cy="4197350"/>
          </a:xfrm>
        </p:spPr>
        <p:txBody>
          <a:bodyPr vert="horz" wrap="square" anchor="t"/>
          <a:lstStyle/>
          <a:p>
            <a:pPr lvl="0"/>
            <a:endParaRPr lang="en-US" altLang="zh-CN"/>
          </a:p>
          <a:p>
            <a:pPr lvl="0"/>
            <a:endParaRPr lang="en-US" altLang="zh-CN"/>
          </a:p>
        </p:txBody>
      </p:sp>
      <p:pic>
        <p:nvPicPr>
          <p:cNvPr id="2" name="图片 1" descr="023b5bb5c9ea15ce5c063b75b6003af33b87b2e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85" y="1340485"/>
            <a:ext cx="9150985" cy="5516880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re 1"/>
          <p:cNvSpPr>
            <a:spLocks noGrp="1"/>
          </p:cNvSpPr>
          <p:nvPr>
            <p:ph type="title"/>
          </p:nvPr>
        </p:nvSpPr>
        <p:spPr>
          <a:xfrm>
            <a:off x="2143125" y="274638"/>
            <a:ext cx="6543675" cy="1143000"/>
          </a:xfrm>
        </p:spPr>
        <p:txBody>
          <a:bodyPr vert="horz" wrap="square" anchor="ctr"/>
          <a:lstStyle/>
          <a:p>
            <a:pPr lvl="0" algn="l"/>
            <a:r>
              <a:rPr lang="en-US" altLang="zh-CN" dirty="0"/>
              <a:t>      </a:t>
            </a:r>
            <a:r>
              <a:rPr lang="zh-CN" altLang="en-US" dirty="0">
                <a:solidFill>
                  <a:srgbClr val="FF0000"/>
                </a:solidFill>
              </a:rPr>
              <a:t>耶稣背负十字架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5" name="图片 4" descr="3B3UP0E40BOd000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70" y="1256030"/>
            <a:ext cx="9141460" cy="5615305"/>
          </a:xfrm>
          <a:prstGeom prst="rect">
            <a:avLst/>
          </a:prstGeom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re 1"/>
          <p:cNvSpPr>
            <a:spLocks noGrp="1"/>
          </p:cNvSpPr>
          <p:nvPr>
            <p:ph type="title"/>
          </p:nvPr>
        </p:nvSpPr>
        <p:spPr/>
        <p:txBody>
          <a:bodyPr vert="horz" wrap="square" anchor="ctr"/>
          <a:lstStyle/>
          <a:p>
            <a:pPr lvl="0"/>
            <a:r>
              <a:rPr lang="zh-CN" altLang="en-US" dirty="0">
                <a:solidFill>
                  <a:srgbClr val="00B050"/>
                </a:solidFill>
                <a:sym typeface="+mn-ea"/>
              </a:rPr>
              <a:t>耶稣被钉十字架</a:t>
            </a:r>
            <a:endParaRPr lang="zh-CN" altLang="en-US" dirty="0">
              <a:solidFill>
                <a:srgbClr val="00B050"/>
              </a:solidFill>
              <a:sym typeface="+mn-ea"/>
            </a:endParaRPr>
          </a:p>
        </p:txBody>
      </p:sp>
      <p:sp>
        <p:nvSpPr>
          <p:cNvPr id="6147" name="Espace réservé du contenu 2"/>
          <p:cNvSpPr>
            <a:spLocks noGrp="1"/>
          </p:cNvSpPr>
          <p:nvPr>
            <p:ph idx="1"/>
          </p:nvPr>
        </p:nvSpPr>
        <p:spPr>
          <a:xfrm>
            <a:off x="467995" y="2204720"/>
            <a:ext cx="8229600" cy="4197350"/>
          </a:xfrm>
        </p:spPr>
        <p:txBody>
          <a:bodyPr vert="horz" wrap="square" anchor="t"/>
          <a:lstStyle/>
          <a:p>
            <a:pPr lvl="0"/>
            <a:endParaRPr lang="en-US" altLang="zh-CN"/>
          </a:p>
          <a:p>
            <a:pPr lvl="0"/>
            <a:endParaRPr lang="en-US" altLang="zh-CN"/>
          </a:p>
        </p:txBody>
      </p:sp>
      <p:pic>
        <p:nvPicPr>
          <p:cNvPr id="3" name="图片 2" descr="0023ae66517010f1e40d3a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158875"/>
            <a:ext cx="9115425" cy="5690870"/>
          </a:xfrm>
          <a:prstGeom prst="rect">
            <a:avLst/>
          </a:prstGeom>
        </p:spPr>
      </p:pic>
    </p:spTree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re 1"/>
          <p:cNvSpPr>
            <a:spLocks noGrp="1"/>
          </p:cNvSpPr>
          <p:nvPr>
            <p:ph type="title"/>
          </p:nvPr>
        </p:nvSpPr>
        <p:spPr>
          <a:xfrm>
            <a:off x="2143125" y="274638"/>
            <a:ext cx="6543675" cy="1143000"/>
          </a:xfrm>
        </p:spPr>
        <p:txBody>
          <a:bodyPr vert="horz" wrap="square" anchor="ctr"/>
          <a:lstStyle/>
          <a:p>
            <a:pPr lvl="0" algn="l"/>
            <a:r>
              <a:rPr lang="en-US" altLang="zh-CN" dirty="0"/>
              <a:t>             </a:t>
            </a:r>
            <a:r>
              <a:rPr lang="zh-CN" altLang="en-US" dirty="0"/>
              <a:t>耶稣受难</a:t>
            </a:r>
            <a:endParaRPr lang="zh-CN" altLang="en-US" dirty="0"/>
          </a:p>
        </p:txBody>
      </p:sp>
      <p:pic>
        <p:nvPicPr>
          <p:cNvPr id="2" name="内容占位符 1" descr="234610scy20orbrrv2dplf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420110" y="1124585"/>
            <a:ext cx="4166870" cy="5589270"/>
          </a:xfrm>
          <a:prstGeom prst="rect">
            <a:avLst/>
          </a:prstGeom>
        </p:spPr>
      </p:pic>
    </p:spTree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re 1"/>
          <p:cNvSpPr>
            <a:spLocks noGrp="1"/>
          </p:cNvSpPr>
          <p:nvPr>
            <p:ph type="title"/>
          </p:nvPr>
        </p:nvSpPr>
        <p:spPr/>
        <p:txBody>
          <a:bodyPr vert="horz" wrap="square" anchor="ctr"/>
          <a:lstStyle/>
          <a:p>
            <a:pPr lvl="0"/>
            <a:endParaRPr lang="zh-CN" altLang="en-US" dirty="0">
              <a:solidFill>
                <a:srgbClr val="00B050"/>
              </a:solidFill>
              <a:sym typeface="+mn-ea"/>
            </a:endParaRPr>
          </a:p>
        </p:txBody>
      </p:sp>
      <p:sp>
        <p:nvSpPr>
          <p:cNvPr id="6147" name="Espace réservé du contenu 2"/>
          <p:cNvSpPr>
            <a:spLocks noGrp="1"/>
          </p:cNvSpPr>
          <p:nvPr>
            <p:ph idx="1"/>
          </p:nvPr>
        </p:nvSpPr>
        <p:spPr>
          <a:xfrm>
            <a:off x="467995" y="2204720"/>
            <a:ext cx="8229600" cy="4197350"/>
          </a:xfrm>
        </p:spPr>
        <p:txBody>
          <a:bodyPr vert="horz" wrap="square" anchor="t"/>
          <a:lstStyle/>
          <a:p>
            <a:pPr lvl="0"/>
            <a:endParaRPr lang="en-US" altLang="zh-CN"/>
          </a:p>
          <a:p>
            <a:pPr lvl="0"/>
            <a:endParaRPr lang="en-US" altLang="zh-CN"/>
          </a:p>
        </p:txBody>
      </p:sp>
      <p:pic>
        <p:nvPicPr>
          <p:cNvPr id="3" name="图片 2" descr="001N81aWzy6H2vmV73Yca&amp;690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255" y="-19050"/>
            <a:ext cx="9135745" cy="6880860"/>
          </a:xfrm>
          <a:prstGeom prst="rect">
            <a:avLst/>
          </a:prstGeom>
        </p:spPr>
      </p:pic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re 1"/>
          <p:cNvSpPr>
            <a:spLocks noGrp="1"/>
          </p:cNvSpPr>
          <p:nvPr>
            <p:ph type="title"/>
          </p:nvPr>
        </p:nvSpPr>
        <p:spPr>
          <a:xfrm>
            <a:off x="2124075" y="115888"/>
            <a:ext cx="6543675" cy="1143000"/>
          </a:xfrm>
        </p:spPr>
        <p:txBody>
          <a:bodyPr vert="horz" wrap="square" anchor="ctr"/>
          <a:lstStyle/>
          <a:p>
            <a:pPr lvl="0" algn="l"/>
            <a:endParaRPr lang="zh-CN" altLang="en-US" dirty="0"/>
          </a:p>
        </p:txBody>
      </p:sp>
      <p:pic>
        <p:nvPicPr>
          <p:cNvPr id="2" name="图片 1" descr="8117-1201011409148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35" y="24765"/>
            <a:ext cx="9054465" cy="6804025"/>
          </a:xfrm>
          <a:prstGeom prst="rect">
            <a:avLst/>
          </a:prstGeom>
        </p:spPr>
      </p:pic>
    </p:spTree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re 1"/>
          <p:cNvSpPr>
            <a:spLocks noGrp="1"/>
          </p:cNvSpPr>
          <p:nvPr>
            <p:ph type="title"/>
          </p:nvPr>
        </p:nvSpPr>
        <p:spPr/>
        <p:txBody>
          <a:bodyPr vert="horz" wrap="square" anchor="ctr"/>
          <a:lstStyle/>
          <a:p>
            <a:pPr lvl="0"/>
            <a:r>
              <a:rPr lang="zh-CN" altLang="en-US">
                <a:solidFill>
                  <a:srgbClr val="00B050"/>
                </a:solidFill>
                <a:sym typeface="+mn-ea"/>
              </a:rPr>
              <a:t>                第七日周六   安息日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    </a:t>
            </a:r>
            <a:endParaRPr lang="en-US" altLang="zh-CN" dirty="0">
              <a:solidFill>
                <a:srgbClr val="00B050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560" y="2060575"/>
            <a:ext cx="9110980" cy="49682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/>
              <a:t>有一个人名叫约瑟，是个议士，为人善良公义；众人所谋所为，他并没有附从。他本是犹太、亚利马太城里素常盼望　神国的人。这人去见彼拉多，求耶稣的身体，就取下来，用细麻布裹好，安放在石头凿成的坟墓里；那里头从来没有葬过人。那日是预备日，安息日也快到了。那些从加利利和耶稣同来的妇女跟在后面，看见了坟墓和他的身体怎样安放。她们就回去，预备了香料香膏。她们在安息日，便遵着诫命安息了。</a:t>
            </a:r>
            <a:endParaRPr lang="zh-CN" altLang="en-US" sz="3200"/>
          </a:p>
          <a:p>
            <a:r>
              <a:rPr lang="zh-CN" altLang="en-US" sz="3200"/>
              <a:t>                                            (路加福音 23:50-56 和合本)</a:t>
            </a:r>
            <a:endParaRPr lang="zh-CN" altLang="en-US" sz="320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re 1"/>
          <p:cNvSpPr>
            <a:spLocks noGrp="1"/>
          </p:cNvSpPr>
          <p:nvPr>
            <p:ph type="title"/>
          </p:nvPr>
        </p:nvSpPr>
        <p:spPr/>
        <p:txBody>
          <a:bodyPr vert="horz" wrap="square" anchor="ctr"/>
          <a:lstStyle/>
          <a:p>
            <a:pPr lvl="0"/>
            <a:r>
              <a:rPr lang="en-US" altLang="zh-CN">
                <a:solidFill>
                  <a:srgbClr val="00B050"/>
                </a:solidFill>
                <a:sym typeface="+mn-ea"/>
              </a:rPr>
              <a:t>               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主在坟墓中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     </a:t>
            </a:r>
            <a:endParaRPr lang="en-US" altLang="zh-CN" dirty="0">
              <a:solidFill>
                <a:srgbClr val="00B050"/>
              </a:solidFill>
              <a:sym typeface="+mn-ea"/>
            </a:endParaRPr>
          </a:p>
        </p:txBody>
      </p:sp>
      <p:pic>
        <p:nvPicPr>
          <p:cNvPr id="2" name="图片 1" descr="S8690427_xxl-758x380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560" y="1412875"/>
            <a:ext cx="9095740" cy="5504815"/>
          </a:xfrm>
          <a:prstGeom prst="rect">
            <a:avLst/>
          </a:prstGeom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re 1"/>
          <p:cNvSpPr>
            <a:spLocks noGrp="1"/>
          </p:cNvSpPr>
          <p:nvPr>
            <p:ph type="title"/>
          </p:nvPr>
        </p:nvSpPr>
        <p:spPr/>
        <p:txBody>
          <a:bodyPr vert="horz" wrap="square" anchor="ctr"/>
          <a:lstStyle/>
          <a:p>
            <a:pPr lvl="0"/>
            <a:r>
              <a:rPr lang="zh-CN" altLang="en-US">
                <a:solidFill>
                  <a:srgbClr val="00B050"/>
                </a:solidFill>
                <a:sym typeface="+mn-ea"/>
              </a:rPr>
              <a:t>           第八日周日  复活日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       </a:t>
            </a:r>
            <a:endParaRPr lang="en-US" altLang="zh-CN" dirty="0">
              <a:solidFill>
                <a:srgbClr val="00B050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560" y="2204720"/>
            <a:ext cx="9064625" cy="4358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/>
              <a:t>七日的头一日，黎明的时候，那些妇女带着所预备的香料来到坟墓前，看见石头已经从坟墓滚开了，她们就进去，只是不见主耶稣的身体。正在猜疑之间，忽然有两个人站在旁边，衣服放光。妇女们惊怕，将脸伏地。那两个人就对她们说：“为什么在死人中找活人呢？他不在这里，已经复活了。当记念他还在加利利的时候怎样告诉你们，说：‘人子必须被交在罪人手里，钉在十字架上，第三日复活。’”她们就想起耶稣的话来，便从坟墓那里回去，把这一切的事告诉十一个使徒和其余的人。</a:t>
            </a:r>
            <a:endParaRPr lang="zh-CN" altLang="en-US" sz="2800"/>
          </a:p>
          <a:p>
            <a:r>
              <a:rPr lang="zh-CN" altLang="en-US" sz="2800"/>
              <a:t>                                                            (路加福音 24:1-9 和合本)</a:t>
            </a:r>
            <a:endParaRPr lang="zh-CN" altLang="en-US" sz="2800"/>
          </a:p>
        </p:txBody>
      </p:sp>
    </p:spTree>
  </p:cSld>
  <p:clrMapOvr>
    <a:masterClrMapping/>
  </p:clrMapOvr>
  <p:transition>
    <p:plus/>
  </p:transition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re 1"/>
          <p:cNvSpPr>
            <a:spLocks noGrp="1"/>
          </p:cNvSpPr>
          <p:nvPr>
            <p:ph type="title"/>
          </p:nvPr>
        </p:nvSpPr>
        <p:spPr/>
        <p:txBody>
          <a:bodyPr vert="horz" wrap="square" anchor="ctr"/>
          <a:lstStyle/>
          <a:p>
            <a:pPr lvl="0"/>
            <a:r>
              <a:rPr lang="zh-CN" altLang="en-US">
                <a:solidFill>
                  <a:srgbClr val="00B050"/>
                </a:solidFill>
                <a:sym typeface="+mn-ea"/>
              </a:rPr>
              <a:t> 复活节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       </a:t>
            </a:r>
            <a:endParaRPr lang="en-US" altLang="zh-CN" dirty="0">
              <a:solidFill>
                <a:srgbClr val="00B050"/>
              </a:solidFill>
              <a:sym typeface="+mn-ea"/>
            </a:endParaRPr>
          </a:p>
        </p:txBody>
      </p:sp>
      <p:pic>
        <p:nvPicPr>
          <p:cNvPr id="2" name="图片 1" descr="39077_20090803213526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412240"/>
            <a:ext cx="9112885" cy="5442585"/>
          </a:xfrm>
          <a:prstGeom prst="rect">
            <a:avLst/>
          </a:prstGeom>
        </p:spPr>
      </p:pic>
    </p:spTree>
  </p:cSld>
  <p:clrMapOvr>
    <a:masterClrMapping/>
  </p:clrMapOvr>
  <p:transition>
    <p:plus/>
  </p:transition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re 1"/>
          <p:cNvSpPr>
            <a:spLocks noGrp="1"/>
          </p:cNvSpPr>
          <p:nvPr>
            <p:ph type="title"/>
          </p:nvPr>
        </p:nvSpPr>
        <p:spPr/>
        <p:txBody>
          <a:bodyPr vert="horz" wrap="square" anchor="ctr"/>
          <a:lstStyle/>
          <a:p>
            <a:pPr lvl="0"/>
            <a:endParaRPr lang="en-US" altLang="zh-CN" dirty="0">
              <a:solidFill>
                <a:srgbClr val="00B050"/>
              </a:solidFill>
              <a:sym typeface="+mn-ea"/>
            </a:endParaRPr>
          </a:p>
        </p:txBody>
      </p:sp>
      <p:sp>
        <p:nvSpPr>
          <p:cNvPr id="6147" name="Espace réservé du contenu 2"/>
          <p:cNvSpPr>
            <a:spLocks noGrp="1"/>
          </p:cNvSpPr>
          <p:nvPr>
            <p:ph idx="1"/>
          </p:nvPr>
        </p:nvSpPr>
        <p:spPr>
          <a:xfrm>
            <a:off x="467995" y="2204720"/>
            <a:ext cx="8229600" cy="4197350"/>
          </a:xfrm>
        </p:spPr>
        <p:txBody>
          <a:bodyPr vert="horz" wrap="square" anchor="t"/>
          <a:lstStyle/>
          <a:p>
            <a:pPr lvl="0"/>
            <a:endParaRPr lang="en-US" altLang="zh-CN"/>
          </a:p>
          <a:p>
            <a:pPr lvl="0"/>
            <a:endParaRPr lang="en-US" altLang="zh-CN"/>
          </a:p>
        </p:txBody>
      </p:sp>
      <p:pic>
        <p:nvPicPr>
          <p:cNvPr id="2" name="图片 1" descr="091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457200" y="-342265"/>
            <a:ext cx="10058400" cy="7543165"/>
          </a:xfrm>
          <a:prstGeom prst="rect">
            <a:avLst/>
          </a:prstGeom>
        </p:spPr>
      </p:pic>
    </p:spTree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re 1"/>
          <p:cNvSpPr>
            <a:spLocks noGrp="1"/>
          </p:cNvSpPr>
          <p:nvPr>
            <p:ph type="title"/>
          </p:nvPr>
        </p:nvSpPr>
        <p:spPr>
          <a:xfrm>
            <a:off x="2124075" y="115888"/>
            <a:ext cx="6543675" cy="1143000"/>
          </a:xfrm>
        </p:spPr>
        <p:txBody>
          <a:bodyPr vert="horz" wrap="square" anchor="ctr"/>
          <a:lstStyle/>
          <a:p>
            <a:pPr lvl="0" algn="l"/>
            <a:endParaRPr lang="zh-CN" altLang="en-US" dirty="0"/>
          </a:p>
        </p:txBody>
      </p:sp>
      <p:pic>
        <p:nvPicPr>
          <p:cNvPr id="2" name="图片 1" descr="20090930102108640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510" y="36830"/>
            <a:ext cx="9104630" cy="6816090"/>
          </a:xfrm>
          <a:prstGeom prst="rect">
            <a:avLst/>
          </a:prstGeom>
        </p:spPr>
      </p:pic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re 1"/>
          <p:cNvSpPr>
            <a:spLocks noGrp="1"/>
          </p:cNvSpPr>
          <p:nvPr>
            <p:ph type="title"/>
          </p:nvPr>
        </p:nvSpPr>
        <p:spPr>
          <a:xfrm>
            <a:off x="2124075" y="115888"/>
            <a:ext cx="6543675" cy="1143000"/>
          </a:xfrm>
        </p:spPr>
        <p:txBody>
          <a:bodyPr vert="horz" wrap="square" anchor="ctr"/>
          <a:lstStyle/>
          <a:p>
            <a:pPr lvl="0" algn="l"/>
            <a:r>
              <a:rPr lang="en-US" altLang="zh-CN" dirty="0"/>
              <a:t>             </a:t>
            </a:r>
            <a:r>
              <a:rPr lang="zh-CN" altLang="en-US" dirty="0"/>
              <a:t>愿你们平安</a:t>
            </a:r>
            <a:endParaRPr lang="zh-CN" altLang="en-US" dirty="0"/>
          </a:p>
        </p:txBody>
      </p:sp>
      <p:pic>
        <p:nvPicPr>
          <p:cNvPr id="2" name="图片 1" descr="20120329120626419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91815" y="1083310"/>
            <a:ext cx="4876165" cy="5737860"/>
          </a:xfrm>
          <a:prstGeom prst="rect">
            <a:avLst/>
          </a:prstGeom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re 1"/>
          <p:cNvSpPr>
            <a:spLocks noGrp="1"/>
          </p:cNvSpPr>
          <p:nvPr>
            <p:ph type="title"/>
          </p:nvPr>
        </p:nvSpPr>
        <p:spPr/>
        <p:txBody>
          <a:bodyPr vert="horz" wrap="square" anchor="ctr"/>
          <a:lstStyle/>
          <a:p>
            <a:pPr lvl="0"/>
            <a:r>
              <a:rPr lang="zh-CN" altLang="en-US" dirty="0">
                <a:solidFill>
                  <a:srgbClr val="C00000"/>
                </a:solidFill>
              </a:rPr>
              <a:t>约翰福音 3:16 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9705" y="2276475"/>
            <a:ext cx="8679815" cy="34442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4400">
                <a:solidFill>
                  <a:srgbClr val="FF0000"/>
                </a:solidFill>
              </a:rPr>
              <a:t>神爱世人，</a:t>
            </a:r>
            <a:endParaRPr lang="zh-CN" altLang="en-US" sz="4400">
              <a:solidFill>
                <a:srgbClr val="FF0000"/>
              </a:solidFill>
            </a:endParaRPr>
          </a:p>
          <a:p>
            <a:r>
              <a:rPr lang="zh-CN" altLang="en-US" sz="4400">
                <a:solidFill>
                  <a:srgbClr val="FF0000"/>
                </a:solidFill>
              </a:rPr>
              <a:t>     甚至将他的独生子赐给他们，</a:t>
            </a:r>
            <a:endParaRPr lang="zh-CN" altLang="en-US" sz="4400">
              <a:solidFill>
                <a:srgbClr val="FF0000"/>
              </a:solidFill>
            </a:endParaRPr>
          </a:p>
          <a:p>
            <a:r>
              <a:rPr lang="zh-CN" altLang="en-US" sz="4400">
                <a:solidFill>
                  <a:srgbClr val="FF0000"/>
                </a:solidFill>
              </a:rPr>
              <a:t>          叫一切信他的，</a:t>
            </a:r>
            <a:endParaRPr lang="zh-CN" altLang="en-US" sz="4400">
              <a:solidFill>
                <a:srgbClr val="FF0000"/>
              </a:solidFill>
            </a:endParaRPr>
          </a:p>
          <a:p>
            <a:r>
              <a:rPr lang="zh-CN" altLang="en-US" sz="4400">
                <a:solidFill>
                  <a:srgbClr val="FF0000"/>
                </a:solidFill>
              </a:rPr>
              <a:t>              不至灭亡，</a:t>
            </a:r>
            <a:endParaRPr lang="zh-CN" altLang="en-US" sz="4400">
              <a:solidFill>
                <a:srgbClr val="FF0000"/>
              </a:solidFill>
            </a:endParaRPr>
          </a:p>
          <a:p>
            <a:r>
              <a:rPr lang="zh-CN" altLang="en-US" sz="4400">
                <a:solidFill>
                  <a:srgbClr val="FF0000"/>
                </a:solidFill>
              </a:rPr>
              <a:t>                  反得永生。</a:t>
            </a:r>
            <a:endParaRPr lang="zh-CN" altLang="en-US" sz="44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re 1"/>
          <p:cNvSpPr>
            <a:spLocks noGrp="1"/>
          </p:cNvSpPr>
          <p:nvPr>
            <p:ph type="title"/>
          </p:nvPr>
        </p:nvSpPr>
        <p:spPr/>
        <p:txBody>
          <a:bodyPr vert="horz" wrap="square" anchor="ctr"/>
          <a:lstStyle/>
          <a:p>
            <a:pPr lvl="0"/>
            <a:r>
              <a:rPr lang="en-US" altLang="zh-CN">
                <a:solidFill>
                  <a:srgbClr val="00B050"/>
                </a:solidFill>
                <a:sym typeface="+mn-ea"/>
              </a:rPr>
              <a:t>        </a:t>
            </a:r>
            <a:endParaRPr lang="en-US" altLang="zh-CN" dirty="0">
              <a:solidFill>
                <a:srgbClr val="00B050"/>
              </a:solidFill>
              <a:sym typeface="+mn-ea"/>
            </a:endParaRPr>
          </a:p>
        </p:txBody>
      </p:sp>
      <p:pic>
        <p:nvPicPr>
          <p:cNvPr id="2" name="图片 1" descr="u=3134494912,67963113&amp;fm=21&amp;gp=0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44450"/>
            <a:ext cx="9079865" cy="6794500"/>
          </a:xfrm>
          <a:prstGeom prst="rect">
            <a:avLst/>
          </a:prstGeom>
        </p:spPr>
      </p:pic>
    </p:spTree>
  </p:cSld>
  <p:clrMapOvr>
    <a:masterClrMapping/>
  </p:clrMapOvr>
  <p:transition>
    <p:plus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3C1DA"/>
      </a:accent5>
      <a:accent6>
        <a:srgbClr val="AC4744"/>
      </a:accent6>
      <a:hlink>
        <a:srgbClr val="0000FF"/>
      </a:hlink>
      <a:folHlink>
        <a:srgbClr val="80008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3C1DA"/>
        </a:accent5>
        <a:accent6>
          <a:srgbClr val="AC4744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3C1DA"/>
      </a:accent5>
      <a:accent6>
        <a:srgbClr val="AC4744"/>
      </a:accent6>
      <a:hlink>
        <a:srgbClr val="0000FF"/>
      </a:hlink>
      <a:folHlink>
        <a:srgbClr val="80008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3C1DA"/>
        </a:accent5>
        <a:accent6>
          <a:srgbClr val="AC4744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3848</Words>
  <Application>WPS 演示</Application>
  <PresentationFormat>全屏显示(4:3)</PresentationFormat>
  <Paragraphs>262</Paragraphs>
  <Slides>74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74</vt:i4>
      </vt:variant>
    </vt:vector>
  </HeadingPairs>
  <TitlesOfParts>
    <vt:vector size="84" baseType="lpstr">
      <vt:lpstr>Arial</vt:lpstr>
      <vt:lpstr>宋体</vt:lpstr>
      <vt:lpstr>Wingdings</vt:lpstr>
      <vt:lpstr>Calibri</vt:lpstr>
      <vt:lpstr>Georgia</vt:lpstr>
      <vt:lpstr>微软雅黑</vt:lpstr>
      <vt:lpstr>Arial Unicode MS</vt:lpstr>
      <vt:lpstr/>
      <vt:lpstr>默认设计模板</vt:lpstr>
      <vt:lpstr>1_</vt:lpstr>
      <vt:lpstr>受难周</vt:lpstr>
      <vt:lpstr>  第一日周日     荣耀日</vt:lpstr>
      <vt:lpstr>棕枝主日</vt:lpstr>
      <vt:lpstr> 奉主名来的是应当称颂的！         高高在上和散那！</vt:lpstr>
      <vt:lpstr>        奉主名来的是应当称颂的！        高高在上和散那！</vt:lpstr>
      <vt:lpstr>第二日周一   权柄日</vt:lpstr>
      <vt:lpstr>1、咒诅无花果树</vt:lpstr>
      <vt:lpstr>PowerPoint 演示文稿</vt:lpstr>
      <vt:lpstr>PowerPoint 演示文稿</vt:lpstr>
      <vt:lpstr>2、洁净圣殿</vt:lpstr>
      <vt:lpstr>每天晚上，耶稣出城去。早晨，他们从那里经过，看见无花果树连根都枯干了。彼得想起耶稣的话来，就对他说：“拉比，请看！你所咒诅的无花果树已经枯干了。”              （可11：19-21）</vt:lpstr>
      <vt:lpstr>赶出兑换银钱 倒卖牛羊鸽子的人</vt:lpstr>
      <vt:lpstr>咒诅无花果树</vt:lpstr>
      <vt:lpstr>PowerPoint 演示文稿</vt:lpstr>
      <vt:lpstr>        第三日   教训日</vt:lpstr>
      <vt:lpstr>太21：23  --   26：16</vt:lpstr>
      <vt:lpstr>耶稣 教训文士 法利赛人</vt:lpstr>
      <vt:lpstr>两个儿子的比喻</vt:lpstr>
      <vt:lpstr>凶恶园户的比喻</vt:lpstr>
      <vt:lpstr>娶亲筵席的比喻</vt:lpstr>
      <vt:lpstr>与希律党辩论纳税给凯撒</vt:lpstr>
      <vt:lpstr>与撒都该人辩论复活</vt:lpstr>
      <vt:lpstr>与法利赛人辩论最大诫命</vt:lpstr>
      <vt:lpstr>文士 法利赛人 七祸（一）</vt:lpstr>
      <vt:lpstr>耶稣指责 文士 法利赛人 七祸</vt:lpstr>
      <vt:lpstr>文士 法利赛人 七祸（二）</vt:lpstr>
      <vt:lpstr>文士 法利赛人 七祸（三）</vt:lpstr>
      <vt:lpstr>文士 法利赛人 七祸（四）</vt:lpstr>
      <vt:lpstr>文士 法利赛人 七祸（五）</vt:lpstr>
      <vt:lpstr>文士 法利赛人 七祸（六）</vt:lpstr>
      <vt:lpstr>文士 法利赛人 七祸（七）</vt:lpstr>
      <vt:lpstr>耶稣讲末了的预兆</vt:lpstr>
      <vt:lpstr>耶稣讲末了的预兆</vt:lpstr>
      <vt:lpstr>PowerPoint 演示文稿</vt:lpstr>
      <vt:lpstr>PowerPoint 演示文稿</vt:lpstr>
      <vt:lpstr>宗教届的征兆</vt:lpstr>
      <vt:lpstr>PowerPoint 演示文稿</vt:lpstr>
      <vt:lpstr>PowerPoint 演示文稿</vt:lpstr>
      <vt:lpstr>        十个童女的比喻</vt:lpstr>
      <vt:lpstr>        按才干受托的比喻</vt:lpstr>
      <vt:lpstr>      绵羊山羊分开的比喻</vt:lpstr>
      <vt:lpstr>耶稣称赞奉献两个小钱的寡妇</vt:lpstr>
      <vt:lpstr>     第四日  静修日   </vt:lpstr>
      <vt:lpstr>犹大计划卖主</vt:lpstr>
      <vt:lpstr>犹大计划卖主</vt:lpstr>
      <vt:lpstr>       第五日周四  团契日 </vt:lpstr>
      <vt:lpstr>耶稣为门徒洗脚</vt:lpstr>
      <vt:lpstr>最后的晚餐</vt:lpstr>
      <vt:lpstr>  主耶稣   设立圣餐</vt:lpstr>
      <vt:lpstr>       圣   餐</vt:lpstr>
      <vt:lpstr>        客西马尼园的祷告</vt:lpstr>
      <vt:lpstr>        客西马尼园的祷告</vt:lpstr>
      <vt:lpstr>  耶稣在祷告  门徒睡着了</vt:lpstr>
      <vt:lpstr>犹大之吻  耶稣被卖</vt:lpstr>
      <vt:lpstr>耶稣受审</vt:lpstr>
      <vt:lpstr>        第六日周五  受难日</vt:lpstr>
      <vt:lpstr>      这一天。。。</vt:lpstr>
      <vt:lpstr>耶稣受审</vt:lpstr>
      <vt:lpstr>释放巴拉巴 也不要耶稣</vt:lpstr>
      <vt:lpstr>众人喊着：“钉他十字架！...”</vt:lpstr>
      <vt:lpstr>      耶稣背负十字架</vt:lpstr>
      <vt:lpstr>耶稣被钉十字架</vt:lpstr>
      <vt:lpstr>             耶稣受难</vt:lpstr>
      <vt:lpstr>PowerPoint 演示文稿</vt:lpstr>
      <vt:lpstr>PowerPoint 演示文稿</vt:lpstr>
      <vt:lpstr>                第七日周六   安息日     </vt:lpstr>
      <vt:lpstr>               主在坟墓中      </vt:lpstr>
      <vt:lpstr>           第八日周日  复活日        </vt:lpstr>
      <vt:lpstr> 复活节        </vt:lpstr>
      <vt:lpstr>PowerPoint 演示文稿</vt:lpstr>
      <vt:lpstr>PowerPoint 演示文稿</vt:lpstr>
      <vt:lpstr>             愿你们平安</vt:lpstr>
      <vt:lpstr>约翰福音 3:16 </vt:lpstr>
      <vt:lpstr>       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受难周</dc:title>
  <dc:creator/>
  <cp:lastModifiedBy>ezra</cp:lastModifiedBy>
  <cp:revision>66</cp:revision>
  <dcterms:created xsi:type="dcterms:W3CDTF">2009-03-25T14:54:00Z</dcterms:created>
  <dcterms:modified xsi:type="dcterms:W3CDTF">2026-04-01T20:07:53Z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4BB267EF1F624AC78792EB0E3D29D8FE_13</vt:lpwstr>
  </property>
</Properties>
</file>